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1000" r:id="rId2"/>
    <p:sldId id="1060" r:id="rId3"/>
    <p:sldId id="1061" r:id="rId4"/>
    <p:sldId id="1062" r:id="rId5"/>
    <p:sldId id="1064" r:id="rId6"/>
    <p:sldId id="1063" r:id="rId7"/>
    <p:sldId id="981" r:id="rId8"/>
    <p:sldId id="982" r:id="rId9"/>
    <p:sldId id="1065" r:id="rId10"/>
    <p:sldId id="1066" r:id="rId11"/>
    <p:sldId id="1067" r:id="rId12"/>
    <p:sldId id="1031" r:id="rId13"/>
    <p:sldId id="1068" r:id="rId14"/>
    <p:sldId id="1069" r:id="rId15"/>
    <p:sldId id="1070" r:id="rId16"/>
    <p:sldId id="1033" r:id="rId17"/>
    <p:sldId id="1071" r:id="rId18"/>
    <p:sldId id="1072" r:id="rId19"/>
    <p:sldId id="978" r:id="rId20"/>
    <p:sldId id="1145" r:id="rId21"/>
    <p:sldId id="1146" r:id="rId22"/>
    <p:sldId id="1147" r:id="rId23"/>
    <p:sldId id="1148" r:id="rId24"/>
    <p:sldId id="1150" r:id="rId25"/>
    <p:sldId id="1149" r:id="rId26"/>
    <p:sldId id="1073" r:id="rId27"/>
    <p:sldId id="1074" r:id="rId28"/>
    <p:sldId id="980" r:id="rId29"/>
    <p:sldId id="1078" r:id="rId30"/>
    <p:sldId id="1075" r:id="rId31"/>
    <p:sldId id="1076" r:id="rId32"/>
    <p:sldId id="984" r:id="rId33"/>
    <p:sldId id="1052" r:id="rId34"/>
    <p:sldId id="1034" r:id="rId35"/>
    <p:sldId id="1079" r:id="rId36"/>
    <p:sldId id="1080" r:id="rId37"/>
    <p:sldId id="1081" r:id="rId38"/>
    <p:sldId id="1036" r:id="rId39"/>
    <p:sldId id="1082" r:id="rId40"/>
    <p:sldId id="1151" r:id="rId41"/>
    <p:sldId id="1152" r:id="rId42"/>
    <p:sldId id="1083" r:id="rId43"/>
    <p:sldId id="1084" r:id="rId44"/>
    <p:sldId id="1037" r:id="rId45"/>
    <p:sldId id="1051" r:id="rId46"/>
    <p:sldId id="1038" r:id="rId47"/>
    <p:sldId id="1085" r:id="rId48"/>
    <p:sldId id="1086" r:id="rId49"/>
    <p:sldId id="1087" r:id="rId50"/>
    <p:sldId id="1088" r:id="rId51"/>
    <p:sldId id="1050" r:id="rId52"/>
    <p:sldId id="1039" r:id="rId53"/>
    <p:sldId id="1089" r:id="rId54"/>
    <p:sldId id="1040" r:id="rId55"/>
    <p:sldId id="1091" r:id="rId56"/>
    <p:sldId id="1090" r:id="rId57"/>
    <p:sldId id="1041" r:id="rId58"/>
    <p:sldId id="1092" r:id="rId59"/>
    <p:sldId id="1093" r:id="rId60"/>
    <p:sldId id="1096" r:id="rId61"/>
    <p:sldId id="1095" r:id="rId62"/>
    <p:sldId id="1097" r:id="rId63"/>
    <p:sldId id="993" r:id="rId64"/>
    <p:sldId id="1098" r:id="rId65"/>
    <p:sldId id="1099" r:id="rId66"/>
    <p:sldId id="1100" r:id="rId67"/>
    <p:sldId id="1101" r:id="rId68"/>
    <p:sldId id="1102" r:id="rId69"/>
    <p:sldId id="1103" r:id="rId70"/>
    <p:sldId id="1104" r:id="rId71"/>
    <p:sldId id="1105" r:id="rId72"/>
    <p:sldId id="1045" r:id="rId73"/>
    <p:sldId id="1106" r:id="rId74"/>
    <p:sldId id="1107" r:id="rId75"/>
    <p:sldId id="1111" r:id="rId76"/>
    <p:sldId id="1108" r:id="rId77"/>
    <p:sldId id="1110" r:id="rId78"/>
    <p:sldId id="1047" r:id="rId79"/>
    <p:sldId id="1156" r:id="rId80"/>
    <p:sldId id="1157" r:id="rId81"/>
    <p:sldId id="1046" r:id="rId82"/>
    <p:sldId id="1112" r:id="rId83"/>
    <p:sldId id="1113" r:id="rId84"/>
    <p:sldId id="1114" r:id="rId85"/>
    <p:sldId id="1115" r:id="rId86"/>
    <p:sldId id="1044" r:id="rId87"/>
    <p:sldId id="1121" r:id="rId88"/>
    <p:sldId id="1120" r:id="rId89"/>
    <p:sldId id="1116" r:id="rId90"/>
    <p:sldId id="1117" r:id="rId91"/>
    <p:sldId id="1122" r:id="rId92"/>
    <p:sldId id="1048" r:id="rId93"/>
    <p:sldId id="1129" r:id="rId94"/>
    <p:sldId id="1132" r:id="rId95"/>
    <p:sldId id="1134" r:id="rId96"/>
    <p:sldId id="1133" r:id="rId97"/>
    <p:sldId id="1130" r:id="rId98"/>
    <p:sldId id="1153" r:id="rId99"/>
    <p:sldId id="1154" r:id="rId100"/>
    <p:sldId id="1155" r:id="rId101"/>
    <p:sldId id="1131" r:id="rId102"/>
    <p:sldId id="1123" r:id="rId103"/>
    <p:sldId id="1135" r:id="rId104"/>
    <p:sldId id="1136" r:id="rId105"/>
    <p:sldId id="1137" r:id="rId106"/>
    <p:sldId id="1124" r:id="rId107"/>
    <p:sldId id="1125" r:id="rId108"/>
    <p:sldId id="1126" r:id="rId109"/>
    <p:sldId id="991" r:id="rId110"/>
    <p:sldId id="1138" r:id="rId111"/>
    <p:sldId id="1053" r:id="rId112"/>
    <p:sldId id="1139" r:id="rId113"/>
    <p:sldId id="1054" r:id="rId114"/>
    <p:sldId id="1058" r:id="rId115"/>
    <p:sldId id="1059" r:id="rId116"/>
    <p:sldId id="1055" r:id="rId117"/>
    <p:sldId id="1140" r:id="rId118"/>
    <p:sldId id="1141" r:id="rId119"/>
    <p:sldId id="1142" r:id="rId120"/>
    <p:sldId id="1056" r:id="rId121"/>
    <p:sldId id="1143" r:id="rId122"/>
    <p:sldId id="1144" r:id="rId123"/>
    <p:sldId id="1049" r:id="rId1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  <a:srgbClr val="E7E6E6"/>
    <a:srgbClr val="C7D0D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05"/>
    <p:restoredTop sz="83718"/>
  </p:normalViewPr>
  <p:slideViewPr>
    <p:cSldViewPr snapToGrid="0">
      <p:cViewPr varScale="1">
        <p:scale>
          <a:sx n="106" d="100"/>
          <a:sy n="106" d="100"/>
        </p:scale>
        <p:origin x="208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9028-9AA5-EB4F-B8BE-7C57B92012CB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DEBB-CCCC-8B46-A2A2-C1D34AD7B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0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5736-C885-9429-5E59-0371D6B0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C2879-6D8C-18C0-A495-581EECBBA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38969-D739-062B-B9CA-57D8CBA4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3F93F-D982-5070-E98E-CDAE2D335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87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19AB-4655-285B-A65A-431237E5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F4668-BCD3-8DF8-3F3B-C0D290577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5AC7C-2966-2D5A-04AA-893DF878C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A621-6A6E-5BFB-4760-6265D662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8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D14A-3CD2-23E6-433E-C6990A10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4633A-D7CD-F5C9-B273-873F3E31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253C9-E235-CEA1-3C26-32C7206F8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3A3A2-4F73-2B1F-F229-EC180607A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954E-E3BB-B618-10EA-BD96CC89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C8A35-3C03-B9F4-E645-EFEFFBB96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99A8B-DB1D-AC92-660D-598F70681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3E48D-4CC4-4C04-02E8-E0A2A654C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17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D915-6189-9F5B-368F-0EDB67C0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ECF9B-13C4-9893-4260-5FDBFACE4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580FA-CD97-4DB1-BB31-6FEE0DC12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C4A37-EF51-7F53-F13F-43D059FC4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3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9C41-1CB9-26ED-7ACA-E93B3CC6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05803-65C8-394C-8354-2E3F3A94C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C7262-CB0E-7AFE-3833-5933B0398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1A30-C8ED-F6E9-1B4E-DFD321B2F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CF2BD-61DD-BBE4-B5DA-ADD89B76DA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85182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69BF-30D6-7A1F-D7BB-E55C432D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D731E-D5CB-9BEF-EA91-39B7C8A1A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A07F9-1B50-6883-1B69-DE44CAD77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7B8B7-D235-FF80-E229-85FA52703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35918-9C99-24F6-DE32-F4B8F8A995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2858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EBAEB-0F58-F305-354E-B6726C69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F16BD-82F9-A497-7050-9196D4A07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F72B7-8911-7425-20DA-DE9707E01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86E00-D13F-068A-920D-0181C005B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EEF92-8023-AC5A-7926-29FB25FA63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81898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C2D0B-31DA-ECA5-294D-605DCD51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4FD9B-8126-0607-D3CB-B2ADFF60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E39A6-535F-5AFD-21B1-5AE69FE84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5A883-532A-DE1B-803D-3277A1FCD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2B283-562F-1626-65B7-D6C9C398B3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33482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30C0-DE30-BA15-93C3-4EF3CF14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4C9BB-7130-CFAE-DFB1-2CE731943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3404A-B5FA-D88F-B49E-ED83251A3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Let’s imitate search: LLMs as world models + external search, works in 24Game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9838F-3EDB-1429-F81F-AF0347DA5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611FF-E22F-705C-FF71-DBC5E97131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95886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12047-2531-1DDF-B272-BD5D27DD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07DBA-8EB1-099D-3ADD-4FF2F6FB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2E5C5-FC8E-0B62-7516-BB4F0595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Let’s imitate search: LLMs as world models + external search, works in 24Game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77070-86AD-153D-FB83-71E22BA0C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77C1F-62CA-C585-EA48-B18EAD745A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661367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9C72-8E0E-A9B2-CA4B-8DC8FB84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E35F-EE71-C3D4-FA42-7B0EA5DC4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A70AB-2F13-82C3-5F18-4A617BDAF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Let’s imitate search: LLMs as world models + external search, works in 24Game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70A00-10BB-0108-0A5B-E48D08F67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17622-9DB0-3D63-051B-687505C179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569132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D8FF-A889-7A08-A873-9AD2C225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9ECB1-54E1-285B-8EA6-801E15CED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63923-961F-C8A4-BCDC-201B88732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Let’s imitate search: LLMs as world models + external search, works in 24Game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6B0F7-7E69-CE3E-F121-8ABEE7F9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60C97-5B54-817A-9067-4443F79390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76479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3347-CB1B-0572-F8E7-54CBBB56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06BE1-653B-4981-924B-ECC3A6996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3C0ED-00F4-81E3-6B7D-A04B02721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methods differ mainly in which search components are delegated to the LLM.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the LLM as an online policy.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ReWOO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plan/program generator.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successor generator and heuristic evaluator inside classical tree search. RAP and LATS add MCTS, with the LLM acting as policy, value function, and sometimes world model.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generalizes the search structure from trees to graphs, using LLM calls as graph transformations.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Reflexion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meta-level plan repair by storing natural-language lessons from failed episodes.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C98A-FB74-CC1F-10FA-6C09CFC68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8F18-E67D-F6E5-DBD5-546D98E418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46662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7BB6-B558-4EF1-A2EF-296F35C6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FB6D3-50BA-9124-3AEE-05ACBF3C4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F8267-EA7D-2E3B-68EC-642CCC376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methods differ mainly in which search components are delegated to the LLM.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the LLM as an online policy.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ReWOO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plan/program generator.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successor generator and heuristic evaluator inside classical tree search. RAP and LATS add MCTS, with the LLM acting as policy, value function, and sometimes world model.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generalizes the search structure from trees to graphs, using LLM calls as graph transformations.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Reflexion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meta-level plan repair by storing natural-language lessons from failed episodes.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C4B4C-E784-30AC-BD32-109BC2FE8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6981E-3F47-ACBD-4D84-689EF7526C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71676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A205-9495-676B-4977-F93506FD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53717-B7B6-C0A2-FCFF-2C5D391EB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AE41B-836D-ADF2-544B-63986294E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methods differ mainly in which search components are delegated to the LLM.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the LLM as an online policy.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ReWOO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plan/program generator.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it as a successor generator and heuristic evaluator inside classical tree search. RAP and LATS add MCTS, with the LLM acting as policy, value function, and sometimes world model.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generalizes the search structure from trees to graphs, using LLM calls as graph transformations.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Reflexion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meta-level plan repair by storing natural-language lessons from failed episodes.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DC24D-243A-B08C-0024-831AB93EC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6F6FE-2435-145B-6F99-473FBE4849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879314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19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54B4E-ED57-D3A9-0543-1187AA34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9AA5E-E199-38AB-E7EC-1BDAFD24F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6EDA0-EA41-4BC7-4C0F-3383E4977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26214-778B-2B9D-3705-63902DC7B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3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2A0C-E401-65A3-DBF8-BAA35177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04AE2-1EFB-E4E9-F387-0E8360047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CF606-E189-1DDD-514C-F946ABE23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DF42C-547A-59BA-E2E7-F26FA389D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13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17D04-A27A-ED35-1C6E-A243F355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8F46B-DE59-D74C-FF9C-490EBE004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50251-2E04-C311-F5D3-E8656E299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F7D84-9E41-C01D-440E-439DE17A4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72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811C-986F-47BD-F512-D57A55EE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E8FE6-D121-3AC0-A853-59C691017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8A451-196C-E30B-4B4F-CE32870D2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5D648-DE3B-1BAB-FD03-7F02F58AF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4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E9E7-910B-0EE8-BDD8-39E92002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99054-5C78-E6F0-DCAA-8BCDA40F3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9F92F-611E-D027-6998-A8EAC8F4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61CF0-6EFC-B53A-C802-D5163236E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79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4D84-0941-D2DD-2D70-CA84B43D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4907A-238D-3A79-6A8E-92F9807CC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0F4AC-DAA5-0C1D-EEB2-E85833E8D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F6EE-0997-4A4B-ECC1-41474DAB7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231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6CE3-B10D-8CBC-A13F-7A386E9D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D50CF-010C-8588-302E-1DC622A86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B6948-65C6-338C-CCD1-80574C238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9A8E3-11CF-19BA-340F-2B43161E1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50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2959-DAA7-8B3C-219A-48C10F34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39177-7111-60E5-0354-C35640A14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461D6-1B89-D3CF-A56D-9C2F0F917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dirty="0"/>
              <a:t>Partial awakening</a:t>
            </a:r>
          </a:p>
          <a:p>
            <a:pPr lvl="2" algn="l"/>
            <a:r>
              <a:rPr lang="en-US" sz="2000" dirty="0"/>
              <a:t>LLMs can’t plan!</a:t>
            </a:r>
          </a:p>
          <a:p>
            <a:pPr lvl="2" algn="l"/>
            <a:r>
              <a:rPr lang="en-US" sz="2000" dirty="0"/>
              <a:t>Some of these ideas are </a:t>
            </a:r>
            <a:r>
              <a:rPr lang="en-US" sz="2000" b="1" dirty="0"/>
              <a:t>recklessly inefficient</a:t>
            </a:r>
            <a:r>
              <a:rPr lang="en-US" sz="2000" dirty="0"/>
              <a:t>!</a:t>
            </a:r>
          </a:p>
          <a:p>
            <a:pPr lvl="2" algn="l"/>
            <a:r>
              <a:rPr lang="en-US" sz="2000" dirty="0"/>
              <a:t>Why did it work in the first place?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AE7B1-92A2-9488-54B5-250BA41B5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073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CFBD-BA1F-8827-ED6E-73AB56DB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181E8-4C8D-D3D5-9261-59E96E073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8E4C4-1A02-3085-6042-E7E6CA48D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10105-071C-A843-A7FD-3AC79BC47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05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41AA-F88B-C946-15F6-D1DD882D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02D04-DC90-04A4-4E38-21117314C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FEC5A-B6D0-66BE-DAA0-BC6675338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CECBF-2036-738F-1750-10921481F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406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66E5-9E5A-1ACA-C69F-3F109CA5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C2B1C-8F50-609B-FCC6-73F7D68EC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425FA-6442-201E-8F2A-854B7F71C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BDDA3-636A-0A25-6D08-2ABB7D455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875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5380-3D14-7649-BE33-72228701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42745-B441-0173-6C80-D78F57334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FCC30-DF2A-78C2-6E6C-66F977D34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47EF-5F73-57BB-0810-4F77DA6F7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94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AB00-D610-E8B2-C645-8A390783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E12F8-9184-396B-3E41-9F4BB9855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36484-0086-E52C-6BBC-C31E146E6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F0752-8886-70C4-D167-AA52208A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B6C7B-933D-4D74-A9B8-E4B619B4CF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074270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4404-6A83-CF3D-B709-63AA73C3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C0FBE-B494-3410-33DF-DB69E78CC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FE38C-670C-5BAE-29D8-0A37ED9B0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C1BE1-C159-016C-C7A0-0C9D59FD7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BAD4-4ADC-13AD-22E7-6E60B34A06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772814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2D4C-F89C-31C3-8BCE-E966C156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97276-A101-0BB1-5BC8-EEF61DC56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84212-FD6C-851B-3FC7-515CA52C3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14A9-DC5C-39E7-A2BD-683DE5A17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47ADB-5DC0-A06C-FB21-AECE335AFC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5517627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127A-0F78-9ACD-0CBB-6B8E98EF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3FCFB-B2A1-6DAA-F392-156AB72E7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E4408-639A-4791-9F44-0FBF47081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357D7-48BA-C548-9AF0-C9D7462FC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47342-6F90-EA8F-100E-4912EF1A14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804356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0561A-F680-0C15-4EAD-C0C09335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301F7-CCF8-2DB7-C2A1-F3C12A134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5A3C1-2B28-7412-29A0-F08416FB0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563F4-A97F-C29D-F79B-B5B651931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E8018-7E0F-5342-7AD9-2E784D1954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381097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0356-7427-FE6E-241D-C6C79C97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1DD-20E2-BDEC-8490-B48BE16E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28CC0-1235-98BC-9C6A-939B80F3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01648-99FE-3D9D-A5DB-6F9F0EF88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67036-A19A-A61C-4BD3-A5D3FB9A4C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023553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E197-43A9-40B0-C922-74EDEC88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C041-7D44-1971-A897-2E63AF468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F4EB3-1B1B-7DAD-EAE0-8D8A3BB71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37EB6-A422-75D1-A9D2-0E489E123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471A-44B5-2763-DACF-CECD9B000C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380857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506D-6F22-C052-6AB3-2B516B3A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5FA7B-1AE7-726F-E4C7-AFD0459C0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0E2E3-5655-1490-4988-BFFAC6668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1080F-066D-8AA9-A6EF-A1985405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6DDC3-0E7F-65A2-21F1-F0DF7786E1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277155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651A-9799-E1FD-246D-12F8C914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B10F4-13D8-2F22-64EB-11F8EBD3B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FD0B8-4470-A65B-0AEA-29CD81732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D5B3E-6FF8-AF0A-933D-7970A3357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30B63-77B3-AA99-A2DC-87D0533255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928460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6043-030B-8494-6735-9CA5DB03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C470F-3EB7-9B1D-481A-F2D3186FC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A7B62-1A66-363C-7012-5F21F0F2D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40104-9947-FA8D-D758-DE313F355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9541-76B7-DB81-4090-13EDD3101B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57013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FC21-7F59-CB61-1BAB-AE94F383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F28A9-E9C6-4A25-933D-2A9B97887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8302F-77E1-03A5-2AC8-71F7BC35B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4CD9C-C326-C26F-D421-8A519A910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20D9A-6A8C-B7FF-05E9-DCDBE6EC0A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449383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01D1-1E52-BC9A-E87F-35408B7A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E684B-22B2-79B0-018F-82C09E467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1983-1DF0-6374-B5FA-D3EAC69D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2D77A-52F2-F729-4597-5121E5744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AD45-BD3A-E355-8BA9-348E2B3086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74287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723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2941-6824-7026-0DDA-984CBA44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3F45B-1E00-C954-90C1-D95776D6E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765CB-E6FF-15F3-D334-410817105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61FF7-3564-2487-C4CE-8973F4F4C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DB585-5F0D-798F-3326-6862053929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333257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4F1D-B858-7DA4-3887-39547CF1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9F782-6974-FD76-E5AF-6CBFC9C6C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E364A-4537-5726-BF58-C551648A0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7B8AD-7E44-DC79-1197-FA1349091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2EFE-994C-9E72-7734-BDA143DBAA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115819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39C9-7BB1-C05E-DECE-8C54CB3C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525BE-5058-4CFC-C14C-7BBC2DE3A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EBC4C-64E1-93BF-168B-C2A7D6BD4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0CFFE-EAB7-B33C-4FD9-708E8C124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1804A-3CB9-1ECA-F091-545A1D6006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203699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4DF2-A2A0-18C9-DD11-62B305AF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71A16-3906-62BA-4D8B-E6B4FB5EE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CC9DF-E975-812B-F976-DF86817F3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C751A-F3E2-F3C1-A29C-1DA28F32A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BC1C5-A780-623B-31EE-16AEF97254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856852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4295-D337-7B89-3C45-DDB0790B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A9F49-7ED0-37A1-4E94-CE188623A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4486A-2174-F767-AB9A-85E8A57DF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13CF0-3428-D998-8E1C-41BA0AFF4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13D0-AF6F-9CBD-57DE-DE2F4D7D39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677338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B161-1A56-C01F-1FDC-071744BC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F473B-CA09-D268-EF75-1BFC55FB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01863-6F31-5AF7-4CDF-7EA0C4519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482A-CF66-6251-9936-72AD92162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EEB4-E824-F4C5-47B0-AD1FC2BF44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81960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2F82-58D9-0607-A1C6-90AD9609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C1BE0-DC32-423E-B13F-B3EF36A51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A1CFE-5F01-1088-96DE-7EC200F8C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7ADE0-C686-A300-6B94-AEC339ADD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A4056-545E-52A8-1EB2-7F47112A48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02300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4788-5367-A860-47E4-2A92A715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9B2FC-BB3B-D5EE-B19E-DAB17D3C0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F9A1A-CB60-8216-3769-DA0DAB6D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EAF61-7547-AA15-EEB3-E9AC95B5E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74CA-C20D-D66C-CEC6-D8CBF02EDE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97166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BAE3-1B31-F9B6-F46C-424DD859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51582-F85B-FCF0-16B5-84841C96A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E89B7-A0D4-D6A8-40F1-98B079996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8868-1AD5-F554-B720-6B4E846FF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778C5-38DC-9D91-C074-45C6FACBD9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096358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575D4-AA43-DA70-BEAC-CEA440ED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3977D-CC16-A5D2-B0F9-95C1C2208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7EF00-D21D-2CA9-DB55-F510F967B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D7037-A3AE-AE2F-FA16-5AC48A57C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F5733-4E0E-CDBF-7A43-664749B838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661698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E1FE-8130-F443-6C2B-8135FC1B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49307-1578-E88A-4D17-0E930CA35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A78BB-8293-1DBE-3141-FA563E792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B69A6-24D6-AB4E-001F-5E26284F3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96996-E5A1-10F4-5BA0-D78BC5DAFC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8724310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C82C-723F-0C69-E69B-C5E0C799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F4A80-C228-4A2E-136B-C707411FE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72A08-C928-A7B6-AA38-4768AFA8F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E29C-50F8-2A73-4F6F-E26191C09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4AF70-E551-4F34-3A6A-4CC276DB80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2529009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1D44-0B8B-5E6B-E042-C108F4CD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44822-542A-03DB-7F98-14A3E47EF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1741A-9548-C668-C5C6-A00978610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CF591-BF94-C688-2F3E-790FBF219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A6AC6-42FC-E4C5-A032-59F16011F6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6564891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B9C9-7D40-5C87-7D8F-ACEA25C1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ADFFE-31E1-4D69-C670-C1219300D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61219-B6EF-7ACD-D48E-8D0244030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B9A15-1DB0-21D8-03FB-3D23838A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A4CD0-03AA-D6AC-3366-3BE8201975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2370912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5F1B-09EF-CE3C-4C27-5DD5466A8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9C9BD-E4EF-ED81-A983-1BDBE4B92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7D64C-E803-A425-F2E9-E6BE9758D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3E3E7-F55C-AF13-9700-249938043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3669-8D58-8B46-C261-0CF197D56E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5371540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ADF3-84E7-391C-BC8D-33A0BD02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9950E-DDCA-2526-943E-19F07FBE8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250BA-BFF8-4FE4-7AC4-F60E4529E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B0D18-733E-23E1-FF66-C14B2F35C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8C0A1-23AE-0E02-6F12-CB8E8CDF9D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1432750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CDE0-CC14-A50F-1E5E-27D634FB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E103A-5D8E-F6F8-68F8-7FE434366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DC8EC-BCC3-45F5-999B-C4089CDCF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3129A-2FDE-8FEB-E2AB-87C555EFF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F3DD6-CF09-61EC-67CA-19A1236A88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605444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0446-CD76-655E-587F-3043ED16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2BA66-6F70-B0B4-C63E-B38786BA6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FD62-0366-73F3-2C0B-A06AB031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AC0A9-50B5-D2A9-CA26-74D8C372B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BE9A-5254-62A2-BC88-F608FFF0B6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114398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F3F4-498C-5D11-A18D-75D0F7A9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CBCAE-DF36-297C-C879-EE0D291A6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3F8BC-5DD7-7EAB-A959-F13B8CB49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68958-FD89-A1B5-057E-99104964B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82341-9F08-1EE7-C1A9-0946886F16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930607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B77F-A0EB-DD71-3DE0-96F66D23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10596-D6FD-D540-2E68-CCC92B893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AAB21-C223-710E-441A-EE8EA7969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C94BB-83B5-72A6-5E4B-D536B9DC3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88E48-09D7-16B3-3AB8-041852CD0E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6816087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08C5-CC84-1775-3FB6-0C46F011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71194-8BF1-4481-59FE-362A620ED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D0338-5054-441A-F699-B967C3AC2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5D23C-B046-4FC2-9458-731E64F85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9FD29-829A-CD6D-A6B1-D6540A957D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944506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16FC9-5AB9-D21A-518C-48D3DA6E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9FE69-1AB6-50DE-A6A1-46D21F2D9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771A1-751E-ABCF-AD7E-DCAFB3EE6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0BC52-F8F4-DFDF-6BAA-25F116CF9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51286-CFF3-C7BF-8C5A-206B00B012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19709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F227-C4C3-9AE4-C734-458067E2A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3FB3D-0F37-F095-5A0A-20E348D1C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F740C-6BD4-87BA-D931-50C5AEF6A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1663D-2BC5-2599-1654-C3C074A02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00D76-8A28-FB99-FA51-C81D5CDBCD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2663874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BC84-CA90-9DF4-BC5F-1696C8B4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A9B5F-1D0E-5D92-4F62-F0837D473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16B9B-B919-6C6F-8B0D-109E53691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F0081-3A6F-A0A0-66E6-82D20C31F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397D7-D795-756C-BABA-51D08E774E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9995406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441D-DDBC-6C36-6322-633F968B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EE73-0244-E322-4D5B-4E068EF55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5AC46-0CD4-AA29-DDF2-797959AB3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CF494-0CD3-EF59-1D10-A20831A41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75AEC-646E-AEB6-97B2-62C48BB4CF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956315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E3E67-0CC9-78F6-B45D-97FE84C3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87871-E632-69AE-0A5C-CC221D67B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5B484-6D6E-91EE-DE7E-7EA3181AE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E7DCD-27DE-1BC1-8DEE-7332711A6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94FA-E849-632B-7320-C1F5AD9C79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63735945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42B7-B38E-353C-2550-0B35B2EF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8EA76-C8BB-ACDE-DF23-4E94E8EAD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40A13-9D21-FBF1-8338-AE52B1118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1303C-092F-95C2-0A7C-0E9CCABBC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1D4AB-22CE-F074-D6CA-710FB9B0A3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0643035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7434-9D8E-8748-8AE5-76FB8D8A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7628B-F15E-6F11-4B9A-90BADD738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23D1E-4B37-DBEB-5CE4-75B7C26EF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880B7-B8F4-68D1-AAB1-ED4CCF6EB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3F8C-D789-978A-E115-2477F3D8E4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4895151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7F9E-87FA-7400-8EA1-A311B31F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51008-C499-EF0A-5E6C-63E2D7B3D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A1F2A-BBF4-F781-98F4-38BFD1C6A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A9727-6FE4-3496-3B73-C2BD85227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CA803-93BE-2BCE-0499-9E589791FF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2032753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70BA-B30A-790B-8F1B-9DE9970E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46B97-1347-C8DD-D938-C98E3DDB6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4054B-857F-AC72-74DB-070657F0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8FAF1-3879-0E26-33E6-6C077667B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D7B82-8BED-8340-BDCE-F997A4B9AF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69524041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772F-519B-FA53-EDC0-55A6D656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D59A1-84F0-FADA-B7FF-BE8C87F04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EACBD-8E99-62C8-6CC3-B244DF95B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B4823-6F6F-9AA7-D874-C8413DB29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D7B3A-A3C6-1685-7B1B-E321FBD5BE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63948050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1E92-D1DF-E484-6771-0704ACED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D36AC-4E0F-01D4-204F-C3E5D2245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B6A5F-AFCE-FD87-F90E-CD986AD03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9EAA-D839-AF2D-5F29-79FC31057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94226-4363-9724-6D00-D84ECE7316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56080559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2BC4-CDB5-FFBA-90EC-3AFE3971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E91A2-1137-C7D5-2EC7-80C3B1AAE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74FBC-DA23-BDCD-6DD8-F55A67D8A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6108A-72C3-F6A2-81F7-A464E5A09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E92D-7393-7097-E9FB-DD3785651F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844356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2D76F-F7DF-0EE9-A98D-76E19909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FF406-906E-1B8B-0182-E0EA1127E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9A99D-0809-D3B1-B3E0-14ADF04A3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394D0-6109-438B-B805-A46FAC12D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C6758-CAF4-A7A7-86F0-5C98B1FA5B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5903280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8702-1C07-2EC8-75C8-680301F5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17976-ABB4-A8B7-99BC-715536F14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38215-60F2-AA4E-791D-6D1A3A276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E9326-AA67-D8B3-A5B5-386307A16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D5BD1-A0C6-C821-EE42-57EEB4A1E0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683180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AF94-8544-51D2-F512-5700E187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43726-72E8-3C91-1952-6B28B7F9A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B5CD1-2DEF-82A9-0241-D6BC9C855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097F3-13C2-6B50-C7AD-AC5C1EF36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79CF-5423-5827-A7D5-63BDF25D8B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841977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3AD0-F559-3BE8-7AF4-70873675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E09D9-4300-3DD3-BACB-F137DE4E1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9B5E1-2A82-36AC-C198-F4FF890B2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4B245-AEC7-34BD-97C1-974B0464C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34B94-7ECF-8E12-E743-ACFEF29F2A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6999953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CACE-6986-C2EF-89BF-B59E70CD7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81453-AD9F-1EC7-BAC7-093D3A3BC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37E45-A3C8-4EFA-4FEB-178EE2222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413AF-C88B-F539-CD09-C798EF34A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9B59C-4906-07C7-C8D8-EE78997ABE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1549076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5A35-50A0-BBF4-B2C6-45C7F095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94887-BF35-3626-73AF-3241DDB3F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9860C-7056-7AE0-FD05-495B82E53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DF1D0-5F39-0BB1-F8D6-868C5AC89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3BB05-261F-0828-2C23-7652C157EE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5416003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E6F31-CF4C-6957-9D2F-0BE38618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42F90-128F-3498-9621-14017571D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4068B-55D0-5845-837C-15875E478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3A39-65A4-5BCF-001F-D9E3F370F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0EC64-3D37-2286-6835-877397B787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481027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1CA5-2D87-3F63-F8CB-FCE8260D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D8B6C-F25E-95E3-584A-0C0BE2567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ED42D-4B40-2634-1C5A-896ACE327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31B00-B99B-729C-DD05-98EB39AB3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1928-550C-D81D-F8D1-900487D123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6423208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EBD5D-5184-4B99-C8C2-2867AE5C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EF77E-FCF4-77BF-EE56-6AA127E4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A10B7-D64D-C917-A05A-21ED808DD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FD5B-BEB8-6AD2-8499-A179B58D8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BD8DE-E9DF-262C-0A26-DBA6C6E322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1831513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6659-79C7-37FC-9FEF-86321EBC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F9206-3ACB-A35B-6B43-C562389F7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65724-8D12-C5A7-0038-5D21802C4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9AB39-B88F-DA32-ADE1-F5D27828F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CF8-95EF-3116-8435-B516EC0629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99350870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D84C-7675-3B0A-223B-85B99F03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0EA5C-FE6D-8070-9E9A-B548E5564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BB27E-0C76-A198-2DC9-ED4D8A6FE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8EE8F-8758-AF92-3745-D80B0C878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0C8D-1877-9B9C-A67F-B3BA676494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2470263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4F91-C34E-B429-EF0A-26F0738E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58410-0B87-2A2A-787F-3F4E36C87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F6242-B7BC-ED12-5B65-FAE8F0D77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2149A-5F89-F11A-706A-A27358683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41303-96FA-7691-0AA6-577CF43C83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2781861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EE4A-B894-F907-4C66-085A168B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69C90-0356-DB2B-7A6C-85E339691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DE15D-1487-6168-9F40-0EE54E8FB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(from action models learning literature)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 (since we cannot compute the entire plan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9A3AE-2142-B2B5-16D8-FFA555BA3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DDF65-B9BB-C667-34A8-8B31A0D5DB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1467144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BFBE1-2B62-3323-58DD-6B3F184D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4F8EF-EFA6-653F-1729-8BAFA25A5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C3DA6-B2E6-DD23-A39D-EE73A6C14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13DAA-9E00-AC3A-8AA5-27F620747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82DE-B361-004F-7082-061A18B144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8630382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D162-F46B-2E0F-C743-19B4E871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B0227-CCB8-6741-089C-A03D6841B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D49A4-9148-76BA-24CA-2B348527A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BF0DA-8762-3D84-11F0-8DF58FD69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1BFB1-3A22-65BB-A14B-FF7E570417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0517865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FE2C-DCFE-74F0-FF01-85AC4E5F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C1A1A-B653-287E-83F1-3121F2CE6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4B0B9-6B90-67CE-49A2-A8271C679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DF58D-E2E1-70F8-38E0-3BD88E15F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5AB32-6409-D7B8-E643-23392E5FD5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3182017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4869C-7F40-261D-D4E0-21B6A2F1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56064-2FAD-79D4-A95F-CE2B5A00E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3596B-4C28-1758-F7BE-C180E720A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7443B-C6A9-4DFA-4DFC-F9F9FBECC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6101-5BB3-CE76-7FB2-E171616D4B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12078509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6E13-557D-0253-40A8-F8A25F6B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52956-D5B0-09E1-6D3D-731E8E190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095F2-3A95-3AFE-6B0A-4E83C18B8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F4725-1C5A-26DA-60A6-AF8B61BC0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04946-DC15-5828-3E05-7F539A9AD5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9902335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3F95-677E-CFE0-C126-C91F04470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00EB6-FC6F-EB99-CDAE-F9E5EEAD5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835B-9A2C-9257-46C5-3CEAA161C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5240B-97D7-2B08-D765-4284E9363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CD3C6-005A-C1F3-4425-7309ECB0F7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762752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E2DF5-FBE5-CDF5-B64A-DF472ECD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529E1-D7B3-A337-8F5B-9364F0853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17668-5948-F72A-40C0-9BA6DC3FD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0BD68-D128-9E08-EA0C-EB283AC8C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3EA13-AF21-C7D8-3F03-8D70C7449C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8262775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8753-D552-D463-F8B8-A4908BFD8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EA083-94C1-2327-272A-EA62F52BD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1C2F8-9A0B-9334-BF4A-D92AB7554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4AD60-1E8E-A70E-B3D9-743936D38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A333-2E86-CEB7-ED20-28643E47A6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4409770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87F9-0904-FDCF-082F-03BCAA1C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BA1F6-9732-FDCC-07C8-EBBE33B49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69C25-F5EC-ACE6-0709-1EA750095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E9186-E8E8-97F3-23E7-33B327AEC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DCE49-0F29-B0CD-8AB5-4714AA015D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9097708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3A4A-C7CD-E687-787C-D37C5B52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40406-FA6B-B1DA-3194-C5A9ACCD1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795D7-37EB-EEB4-F5FF-7E600CCEA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272D5-4F8F-820D-0F64-41A0823D4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227D4-A348-CB03-7325-A92A18A3F7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4098042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7E8F-A7CC-BE5F-BE73-54617F5C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F2CE4-F3F9-0215-D5B7-325B3AA18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B817D-9AB3-1AF4-E81B-247C08747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EA702-BFD6-9D89-420F-A44132667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817F9-2834-E3AD-2A97-425D218DFD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01276911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1BF77-273E-C06E-4FF4-B39357B9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F78AA-E66C-D50D-0027-BB5F1DB89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455EF-47D7-EF63-1B48-20799A759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799A6-EFAE-15EE-8187-7E2C8DAE9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8836E-A8FF-227F-656F-A05DD4063F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5902914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902B-D30E-ACBA-62A2-8EC57AB7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59F33-AD5D-5330-3119-7629517F2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0A4EA-D2A9-3014-8CD7-5BF2D6377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FB2ED-0515-F0A7-AF4A-D458259DC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A69C-2B28-079C-74C5-62BB35B1F6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55245510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5DAD-3724-82A5-1E62-9F3371C3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5B4A7-D3E7-B7CF-2D55-3857050D8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112A5-BC76-FA67-1883-6C5FAD403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CA52F-AAB7-3E44-A193-BFFA7707B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57E11-643C-A911-7042-26593750CD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92548616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63D4-061C-8F5E-251E-A9F25FE9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EB9DA-2494-5566-4CF5-A1F4A45C7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B12E9-1272-85A9-889B-2E71BC7CC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242E2-3203-7284-6D0C-9E1FC99A3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F962C-CB6C-2F6D-7336-F25DB40C0B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8467280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F95C-60E1-AC6D-3C0E-8133D8A5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8F144-AED8-B1AB-11B6-9ACA991F5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04B76-128E-E4D4-81E2-89D299792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41D73-6B4D-59C0-96D7-41AF5DF1C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FE91B-3DAE-3706-9BB0-1B2D8E0F43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82255893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9C9B-F662-1CAF-4284-C6431257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789DD-D516-57B1-C69B-37D8F29AE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18D13-82AD-5312-3983-978A4EFCF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Reconstruction Error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Heuristic Domain Equivalence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56C69-0EB7-FFF0-AE3B-0223A50F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416C0-4B3A-5C63-7613-0E80745476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7836368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46CD-9A31-173F-A471-8E70E74D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C43A2-6FA5-8B5F-78ED-0329B5517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5A282-1A38-2EF9-DE79-6CD11EC3A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065B7-DB1D-BEAD-81BE-6669F3814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AA7E1-78BC-CDA2-C9DB-BD9EDF7D53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4193640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F49B8-0CEB-D8E3-7485-ADA6494D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37614-44B8-57A6-2BB9-ECB4D0108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5ECB0-7A73-5407-E5EA-26536A925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D1C66-04FC-3C8B-C482-848741425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72083-8E42-F6BA-247F-BBC1BC6B1A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746876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D093-B036-7072-2732-C7683E5B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3BEA9-9AAC-BF2C-B193-82544A05F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C96E4-354C-EAB1-F93F-52EB0DAC3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80803-2840-16FD-6207-7B02C1866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DA2C-8414-F97B-CBB5-F2826CA8B4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1943143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B8BE-8E08-7D4B-92AE-4F20C406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0AFE4-ACAB-27C9-06B6-9A77E9F5C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773D2-D2E5-91F5-C6AA-9330BAAC7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B944-D6F6-4315-D953-1205B40DD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44C0A-4E30-7A09-9FA6-E05D1055BE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12035138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2F35-654D-73AF-0389-607E8FC8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077F8-947C-F70E-7A05-B22E12779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B27BD-B312-FCF8-3985-C9924B720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12DD9-BF04-7C98-63EA-0C3AAF0B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5A450-0BAE-C89A-CE1F-D51E82AE8E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5761940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783C-A22E-80A8-1056-CBDABD75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E028-6D8F-79B7-BF74-779FC6E11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60B04-C3E7-47D0-938B-525FE3E77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747EB-0CC2-7D88-9E19-AF7CA99F9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65F7C-EF8D-81F2-755B-416CC7201D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6992190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B988-E550-25EE-C735-B6468FC1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D9DBC-F1DE-A5A7-1C77-613393099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18A92-7046-FD91-3FE9-149E7AF0D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1AF13-BEEA-AE4E-3479-A68FFB7BE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3771F-7BAC-9707-285B-06FCE7F5A9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580565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B9DF-41AC-A56D-5421-3E9FF4CC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2DB4C-C143-B3C0-D983-494A483C1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D5E84-E0D9-A93F-DDAB-6D0F46830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DF9CA-3D55-C5B6-B983-AC6A5C8E9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86E6C-C42C-1B9A-7688-BFAD5C5F85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3593751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0102-EEF2-AAB9-C706-6B88B8B5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1274B-FB11-B955-BBE6-311C30E22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0C70F-6790-E69E-27EB-4AD9DBE75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70907-B147-4628-00E1-EEA2CC63D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A827D-2A6C-6A95-E704-B536D90EC8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5917313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C97BA-2258-97EB-2B55-E04CE3F0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33BA3-2AAB-DF6E-F8ED-2C18C026F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4576B-6388-E63E-A68F-E84B34031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E450-B656-94EA-241F-D1CC27983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D46F9-8ADE-C8CE-28A0-67556AD87E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63485510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61CF-7333-7C37-EEC2-2E1A8325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91FCC-DCF9-623E-0E3C-E8A646D54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A5D2E-0F44-3E69-6075-47B8ADE8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7F6FF-2D09-C79C-5992-422D7CA27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D20EE-45DE-A965-4137-8A934135EC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5339386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01C7-31BF-BBBD-E8C3-AEF686AF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18F7E-CC1D-8B4A-4D6D-683F4F98C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A8532-E7B9-7AAD-C003-BA303A73C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D3B76-3F92-C3F7-4526-21358FABB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FFB99-81FD-5C09-910B-263ADD1607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273570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3C14-0D1B-C2B1-A202-D69A3BF1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EBDD3-028C-A7E1-296B-CC5D97EAC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145E0-5DF0-7F6D-A23E-CC77A22D5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EFAE8-8420-152C-4013-986E59A14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E37F6-C0E1-A9F6-28BF-D39CAD10B4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88988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3796-C8A8-819D-7363-F004133D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E7733-130C-9B68-7F8E-02A2B62BF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AB4AB-553B-12A2-6D06-FB3FED392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Generate policy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Learn reusable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Generalize components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00CEB-9713-AE70-0522-CE962476D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A88AF-1493-9B51-6B18-1096C8232C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89747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1FCF-0CE9-6D3B-16EB-A5119E09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3427-FF72-1EBD-4A0A-CC34B0117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4471-D4C0-0E5D-DBA6-97A3C764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FF74-043B-05F9-EC58-4238B4C2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5C816-71A6-15B6-B3BA-D7625327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7979-2C0B-87AB-1A9C-FE395D01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05FC-E951-C9E6-4FAD-80067A7A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6035-4C6C-6228-45E6-36A0BC97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859F-A026-A827-B01E-FC636C1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8C3C-3662-309D-D21B-6BE2F016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62A0-3F05-BEC5-A2A6-89FA01F0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50F4-193F-8A54-409D-15459CE6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3CC7-5D28-A20C-CF0F-E2E69EE2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17C5C-2A8F-5B86-FC6A-930F6A23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54D9-29BA-621B-7756-F3261C6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9919-BA08-5C40-6857-2B7484FA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77B7-433E-AE53-E67C-2CDCC2598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3A7E7-CAD6-CAAB-82F1-8C13C5AF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764-9003-6D58-B97F-14B718D7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8F01-8DE6-76CF-17CB-AADC255F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2F18-9C5E-C800-FEAD-5CF69FBD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A7CB-0349-5E21-B85F-E5F2C4A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3DFB-4BBE-F6EF-3B21-A17611F9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09CBB-EA58-36BE-A447-E7B00D171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3C917-22C4-F7AD-780D-C718115BF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3C1B3-5F3B-000B-6EC1-FFC031C42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392D9-072C-0FE1-3967-D3ACC056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793EA-75DB-148F-2F62-140A3310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945BA-29E7-CAE0-6162-67C2063C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1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2CE8-28A3-8D99-1DF3-864BF87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25EBE-2EC2-0202-B026-B7EB58D6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9A54C-DB6E-F68B-D24D-E2262EB9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E15E-EB98-1910-68D0-27D183D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38809-CBDD-5D94-47DB-A4A9EBB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150C0-5D71-2213-F4F6-BB698FB0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7695-4215-99E5-56EE-DF98029A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5C52-18FB-9FC0-5D47-81B90B0F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FC7-641A-B751-C6DF-21CE1570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8BA57-5AB1-37A9-AE57-FAECF47D3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CEE9-5602-B278-776E-1DCFC6F3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2C6-4180-0BE1-396C-A5F64A33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D20D6-4F86-0BAD-B1FC-CCD3E08E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A6D5-DABF-3943-17F6-43DD95E1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8A7E7-D050-DA63-8E49-D18EFE762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F5AFB-A5B4-3DB3-56F1-0E60630F1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C99D2-2131-1407-FDCD-99AA5A29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05233-375B-5080-E42E-938A7BF4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AF54-D19E-31E5-E1D7-BC8BD053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5E70-2E59-7152-AAA7-123A13D3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B018-BA8F-0207-B623-16C2A2E6E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7BDD-9C87-4D36-AC94-8C8F0FFB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2B19-8BC8-01D1-F6A5-CC03C46B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624-53C0-7C7C-BF1F-039A0D86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6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4E9AF-07E4-B53E-289B-714B3F8C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45DBB-BDF7-BB37-695A-B0F46D513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FF1F-EF7D-19DD-84E8-C5C7E2BA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1352-43B3-367F-05DC-41BD6F7C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2C3D-5DC9-8690-62AE-F32289EE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6127" y="1985921"/>
            <a:ext cx="9455003" cy="3054431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8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75F80-7516-72B5-7496-23B3E142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9724-21E5-03B7-BE29-8713E569F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7784-EA72-E42A-D7A5-3B361F34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F6158-ACB0-F046-9CB6-2D84E56D4281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0E33-DD58-4472-A9AD-89E2B8174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21A2-CF4E-A518-78AC-20DB4E7E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4.emf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7.sv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4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17" Type="http://schemas.microsoft.com/office/2007/relationships/hdphoto" Target="../media/hdphoto1.wdp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5.png"/><Relationship Id="rId5" Type="http://schemas.openxmlformats.org/officeDocument/2006/relationships/image" Target="../media/image10.png"/><Relationship Id="rId15" Type="http://schemas.openxmlformats.org/officeDocument/2006/relationships/image" Target="../media/image26.svg"/><Relationship Id="rId10" Type="http://schemas.openxmlformats.org/officeDocument/2006/relationships/image" Target="../media/image9.svg"/><Relationship Id="rId4" Type="http://schemas.openxmlformats.org/officeDocument/2006/relationships/image" Target="../media/image22.png"/><Relationship Id="rId9" Type="http://schemas.openxmlformats.org/officeDocument/2006/relationships/image" Target="../media/image8.png"/><Relationship Id="rId1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9.sv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9.sv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9.sv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26.svg"/><Relationship Id="rId5" Type="http://schemas.openxmlformats.org/officeDocument/2006/relationships/image" Target="../media/image24.sv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9.svg"/><Relationship Id="rId14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7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26.svg"/><Relationship Id="rId5" Type="http://schemas.openxmlformats.org/officeDocument/2006/relationships/image" Target="../media/image24.sv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9.sv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microsoft.com/office/2007/relationships/hdphoto" Target="../media/hdphoto1.wdp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microsoft.com/office/2007/relationships/hdphoto" Target="../media/hdphoto1.wdp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microsoft.com/office/2007/relationships/hdphoto" Target="../media/hdphoto1.wdp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7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7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1.wdp"/><Relationship Id="rId3" Type="http://schemas.openxmlformats.org/officeDocument/2006/relationships/image" Target="../media/image47.png"/><Relationship Id="rId7" Type="http://schemas.openxmlformats.org/officeDocument/2006/relationships/image" Target="../media/image7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26.svg"/><Relationship Id="rId5" Type="http://schemas.openxmlformats.org/officeDocument/2006/relationships/image" Target="../media/image24.sv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9.svg"/><Relationship Id="rId14" Type="http://schemas.openxmlformats.org/officeDocument/2006/relationships/image" Target="../media/image5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8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8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49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Relationship Id="rId14" Type="http://schemas.openxmlformats.org/officeDocument/2006/relationships/image" Target="../media/image50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26.svg"/><Relationship Id="rId4" Type="http://schemas.openxmlformats.org/officeDocument/2006/relationships/image" Target="../media/image24.svg"/><Relationship Id="rId9" Type="http://schemas.openxmlformats.org/officeDocument/2006/relationships/image" Target="../media/image25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5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51.png"/><Relationship Id="rId4" Type="http://schemas.openxmlformats.org/officeDocument/2006/relationships/image" Target="../media/image22.png"/><Relationship Id="rId9" Type="http://schemas.openxmlformats.org/officeDocument/2006/relationships/image" Target="../media/image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ppworld.dev/" TargetMode="External"/><Relationship Id="rId4" Type="http://schemas.openxmlformats.org/officeDocument/2006/relationships/image" Target="../media/image5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ppworld.dev/" TargetMode="External"/><Relationship Id="rId4" Type="http://schemas.openxmlformats.org/officeDocument/2006/relationships/image" Target="../media/image58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ppworld.dev/" TargetMode="External"/><Relationship Id="rId4" Type="http://schemas.openxmlformats.org/officeDocument/2006/relationships/image" Target="../media/image5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ppworld.dev/" TargetMode="External"/><Relationship Id="rId4" Type="http://schemas.openxmlformats.org/officeDocument/2006/relationships/image" Target="../media/image58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41000" r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9CCF2-5AD5-F193-336E-D1E01025238A}"/>
              </a:ext>
            </a:extLst>
          </p:cNvPr>
          <p:cNvSpPr/>
          <p:nvPr/>
        </p:nvSpPr>
        <p:spPr>
          <a:xfrm>
            <a:off x="352375" y="328558"/>
            <a:ext cx="114872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Planning in the Era of Language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96621-9DD6-36BC-8DB2-21C46D1E3AAD}"/>
              </a:ext>
            </a:extLst>
          </p:cNvPr>
          <p:cNvSpPr txBox="1"/>
          <p:nvPr/>
        </p:nvSpPr>
        <p:spPr>
          <a:xfrm>
            <a:off x="4429757" y="2414031"/>
            <a:ext cx="333248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Michael Katz, IBM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88660-97F7-C365-71DD-B37FFA477EFC}"/>
              </a:ext>
            </a:extLst>
          </p:cNvPr>
          <p:cNvSpPr txBox="1"/>
          <p:nvPr/>
        </p:nvSpPr>
        <p:spPr>
          <a:xfrm>
            <a:off x="3962239" y="1571349"/>
            <a:ext cx="4267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ICAPS 2026 Summer School</a:t>
            </a:r>
          </a:p>
        </p:txBody>
      </p:sp>
    </p:spTree>
    <p:extLst>
      <p:ext uri="{BB962C8B-B14F-4D97-AF65-F5344CB8AC3E}">
        <p14:creationId xmlns:p14="http://schemas.microsoft.com/office/powerpoint/2010/main" val="183456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FB3AE-DC26-DD41-7264-59CCFFBD7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AF0D-44A2-0500-AD66-DB60A28A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1575D-E254-1EA1-BD4A-F267BBA57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DD0CF-E4C5-59CC-2639-4656E277BCCF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1557308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FCDF-0AC1-695C-0C49-50A8B5F7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E0B8-0DA0-5821-5AEE-F3AFD9E8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BA44D-A769-05FC-908C-5D72EB71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050F30BC-48E9-C5D5-AB7C-33C0F896A100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B1B78C-699D-E824-07E3-8751D397D643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55BFE5B-72F1-6DF0-6E1B-9D6513C41FF5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E7D6B4C-FEE6-FBAE-5463-AD818CA55251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59DED14-8947-ADB1-EDE3-C1ACF5D01653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BA50E7FA-2F18-303B-3154-FC06C9370342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C5283F3F-400B-9731-EAEC-CF63AFF325A1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9AE2DB-441A-A310-96EF-77FEAC5184BA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49003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0ACC-71BE-B0AA-8F2A-4E754A97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8C64-31D3-5152-D447-66C7E80F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F4CD3-6AF6-7BCE-6F0C-C82AD201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C2873F0-7DF6-AED5-C36E-193A756F4CB1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5185BC-9DCA-28E5-BC45-58357834A720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8B3F25-8E8D-1F82-7C54-F8BD981527AF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2B93508-F094-C09B-BF96-31C6DC58B76F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AE2F31-9691-0906-32E2-173AC67D1CF6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BB94E8-F806-C518-C96A-4B370D7F89FB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8341AF-CD55-48F4-90CE-A02C48ED8EC3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AE6167-4624-E40F-6669-BB65906F12E7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9CB19E6-09C2-882A-776E-CAAE571C3560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91047B-CCE5-9892-D6F6-0325BB5B5481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3DA4E7-B9E3-EEBE-2D7A-EE2423577AAB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205F10-D439-92D7-FB85-7ADC5A7B3C2C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B312ADE-A80D-007D-E97D-77C794E30721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A7D5097-26D7-23D6-A68F-4317A9BF7FC5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F95C51FA-B9E0-1CAC-02EC-B78EF7161253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05C1EF2-AD5A-7F59-C52B-531B5B7C3266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C99EAE46-7A96-86F0-C11E-9A2A9DA3E278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3DFA76A6-A3D4-94C4-12D9-010AC259021E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F70A5F-75B5-047B-0357-FBE947906E5F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14209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F280-618E-9B88-DFA0-9FEC9BDE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B401-448A-F6C5-91AC-1B1DFDF8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3F6D4-8474-C15E-D34B-49A9BDB9B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82F1A7C-83CA-6513-7A72-CBAC52802FC4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9C66F8-452D-559D-BDF3-9DA6CB234741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2C3001-66C7-90F6-61A5-AB2971B60F74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E84CEA-3183-9D20-DCFC-E360D7DE1617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52682D-C764-CA93-CEE2-2AA0C462211F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9958146-85B3-F513-1542-9FC78CD1A552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731064-4470-6625-EC3E-0A967923CE96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D5C77CF-E72F-7D2D-37C6-2C7ACABC4432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6EBD55-17AE-6864-6AEE-7E9A560F8C26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F5AF79-1DEE-7328-FA4E-9238621EABC2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E2B577-171C-5554-CC20-802BFE8E7201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C666C4-7190-1B3F-99B4-39054DF177FC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E4D5C13-49AE-CE7A-4ED5-2C6DBB6E99D6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EDEEE08-2FB6-9CDF-DCBE-9A362902D4E7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36932683-7B9F-5406-2924-00679089BAC7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222130-5277-82F4-39F1-80FF9E5CD0D2}"/>
              </a:ext>
            </a:extLst>
          </p:cNvPr>
          <p:cNvGrpSpPr/>
          <p:nvPr/>
        </p:nvGrpSpPr>
        <p:grpSpPr>
          <a:xfrm>
            <a:off x="5289629" y="287335"/>
            <a:ext cx="6748041" cy="2093302"/>
            <a:chOff x="5347502" y="141185"/>
            <a:chExt cx="6748041" cy="2093302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2D3BF517-234D-EFD5-2EEA-B94800759823}"/>
                </a:ext>
              </a:extLst>
            </p:cNvPr>
            <p:cNvSpPr/>
            <p:nvPr/>
          </p:nvSpPr>
          <p:spPr>
            <a:xfrm>
              <a:off x="5347502" y="141185"/>
              <a:ext cx="6748041" cy="209330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9FFF7C-DA4E-78B3-7625-3A8A70515740}"/>
                </a:ext>
              </a:extLst>
            </p:cNvPr>
            <p:cNvSpPr txBox="1"/>
            <p:nvPr/>
          </p:nvSpPr>
          <p:spPr>
            <a:xfrm>
              <a:off x="5878924" y="562223"/>
              <a:ext cx="55328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24 Game is a mathematical card game in which the objective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 is to find a way to manipulate four integers so that the end result is 24.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game  is played with a list of four numbers, and the player must use all four numbers exactly once, using any combination of addition, subtraction, multiplication, or division, to arrive at the number 24. </a:t>
              </a:r>
            </a:p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74CF589-6756-07A2-C26C-531C5AB328A9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3F7234BB-E654-C2A7-F3DA-D608E871C1A1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D2120D2C-85D3-CA8F-E3EB-509CDE10DC95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11FC5D-0139-3555-CD83-AC7238178C21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411593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B06E-5E5F-66C1-0144-36E8E394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280C-1928-498F-E208-1377C3BA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7A7E1-0BFF-2718-76D6-A1ED1819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6412392-97A2-787F-4FAD-F91741063E9B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C9748A-E681-0892-B960-6E9FCE1F0B6D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BD4633-963A-3CE8-4AEF-D418903BD047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04614-6FFD-F7D8-74C3-B3FD8E038E55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390271-92BC-1EBE-3CC7-AF9455C4DA60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9F8957-180E-6283-BAA0-3A4538D94016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FDA08E-5331-825B-B218-B511AEC6DD32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60674E-5B90-B726-65BB-9E0B16285931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52F3CE-03D2-3E1B-CC1A-C6A016A3F8C7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EB2A17E-B131-6D20-3088-8B2B58027555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6C4A9D-1D90-0106-00A8-8A6636B23223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C15C80-DE96-CF2C-1408-F43DED143B08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8D2020B-5A97-1394-58AC-97169BB90790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BF6214B-FA1A-D8F6-B792-85296D7EE609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BA0FE7DF-B401-1BB6-1366-8D5665694705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7C60A1E-D4A6-E758-2D3E-19E2AB5CD4D8}"/>
              </a:ext>
            </a:extLst>
          </p:cNvPr>
          <p:cNvGrpSpPr/>
          <p:nvPr/>
        </p:nvGrpSpPr>
        <p:grpSpPr>
          <a:xfrm>
            <a:off x="5289629" y="287335"/>
            <a:ext cx="6748041" cy="2093302"/>
            <a:chOff x="5347502" y="141185"/>
            <a:chExt cx="6748041" cy="2093302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A3035758-E1CB-7260-E0A2-1B6FCA1D3DBC}"/>
                </a:ext>
              </a:extLst>
            </p:cNvPr>
            <p:cNvSpPr/>
            <p:nvPr/>
          </p:nvSpPr>
          <p:spPr>
            <a:xfrm>
              <a:off x="5347502" y="141185"/>
              <a:ext cx="6748041" cy="209330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D2642D-D142-6D07-D2AA-FF47AE42DA8D}"/>
                </a:ext>
              </a:extLst>
            </p:cNvPr>
            <p:cNvSpPr txBox="1"/>
            <p:nvPr/>
          </p:nvSpPr>
          <p:spPr>
            <a:xfrm>
              <a:off x="5878924" y="562223"/>
              <a:ext cx="55328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24 Game is a mathematical card game in which the objective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 is to find a way to manipulate four integers so that the end result is 24.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game  is played with a list of four numbers, and the player must use all four numbers exactly once, using any combination of addition, subtraction, multiplication, or division, to arrive at the number 24. </a:t>
              </a:r>
            </a:p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1229587-B127-B382-6074-272897F3FDBB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E48C014-40E3-A462-2D69-31883E979C7B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3F44F670-6BAE-23C0-1F06-9C6D4D51A8F8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Arrow 64">
            <a:extLst>
              <a:ext uri="{FF2B5EF4-FFF2-40B4-BE49-F238E27FC236}">
                <a16:creationId xmlns:a16="http://schemas.microsoft.com/office/drawing/2014/main" id="{43EF91BA-A4D3-7386-F7AC-535175EF3432}"/>
              </a:ext>
            </a:extLst>
          </p:cNvPr>
          <p:cNvSpPr/>
          <p:nvPr/>
        </p:nvSpPr>
        <p:spPr>
          <a:xfrm rot="5400000">
            <a:off x="9747840" y="2229027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D2B24B6B-431C-354F-E8FF-1C222202DD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12332" y="2676747"/>
            <a:ext cx="3229301" cy="2108727"/>
          </a:xfrm>
          <a:prstGeom prst="curvedConnector2">
            <a:avLst/>
          </a:prstGeom>
          <a:ln w="1682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574D71-1260-CA04-9C1D-22DDFD3E5247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50862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CCCE0FD-39DA-B564-DE77-BBD8037D7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4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8903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52530-4510-D1C1-BB29-9A87C999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F2F87A-C3BD-A1A8-0999-31C18F2A1497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7587EE9C-1AD7-8688-FA4F-E4FE616A088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CCB76969-F33F-8B33-AA26-DEB7DC99CC1C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AC32835-8A10-EF3F-F723-6EBE628E71C3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90DA462-F709-6549-591C-884FE7FB80C6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AFAB71C1-9A10-B3B5-35C4-10D7D10277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0AB2DE9-1D83-1A37-1B76-834AC66D97B9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67D2520-8715-5CDE-A186-D970A916761F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5D032C45-0B76-A6A1-EC7C-D3220ECC468A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8CEEFFCC-D436-B453-5941-D5CB49CA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Solving NL/PDDL planning problems</a:t>
            </a:r>
          </a:p>
        </p:txBody>
      </p: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885FA1B9-50F7-49FA-F92F-F694410170AB}"/>
              </a:ext>
            </a:extLst>
          </p:cNvPr>
          <p:cNvCxnSpPr>
            <a:cxnSpLocks/>
          </p:cNvCxnSpPr>
          <p:nvPr/>
        </p:nvCxnSpPr>
        <p:spPr>
          <a:xfrm>
            <a:off x="246885" y="3829694"/>
            <a:ext cx="959175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0977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030C-17B8-4F08-50C3-B32134AD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576EDFDE-B211-F9DC-CA58-4091A120A4EC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BD0184CB-F1A7-19D7-DF7C-BDC7BD2EFCA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8A4E34C-731C-7925-0FD5-43C47FFEF55D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83D55D2-4EF4-A73F-1DFA-A3E553BA070C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EBCA0BD4-3F09-E459-5ED5-AEEB319C04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15AA6A55-8F3D-0E73-12D9-D2D33EE2393E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6DEA5D0-6169-3671-E55E-7584CEE060D7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9953E274-A7DB-5067-60C9-9A5B1D9AE36E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6A4B10E7-0FA2-369A-A8A5-738231C0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Solving NL/PDDL planning problems</a:t>
            </a:r>
          </a:p>
        </p:txBody>
      </p: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7E494859-B260-2C25-4445-90E304F42C41}"/>
              </a:ext>
            </a:extLst>
          </p:cNvPr>
          <p:cNvCxnSpPr>
            <a:cxnSpLocks/>
          </p:cNvCxnSpPr>
          <p:nvPr/>
        </p:nvCxnSpPr>
        <p:spPr>
          <a:xfrm>
            <a:off x="246885" y="3829694"/>
            <a:ext cx="959175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" name="TextBox 1292">
            <a:extLst>
              <a:ext uri="{FF2B5EF4-FFF2-40B4-BE49-F238E27FC236}">
                <a16:creationId xmlns:a16="http://schemas.microsoft.com/office/drawing/2014/main" id="{9A223D3B-EE2D-2934-D3EF-2B992B21256A}"/>
              </a:ext>
            </a:extLst>
          </p:cNvPr>
          <p:cNvSpPr txBox="1"/>
          <p:nvPr/>
        </p:nvSpPr>
        <p:spPr>
          <a:xfrm>
            <a:off x="4702006" y="1021094"/>
            <a:ext cx="296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of the focus since 2022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849B9E-0F06-F922-76F1-F0FFE6D609E0}"/>
              </a:ext>
            </a:extLst>
          </p:cNvPr>
          <p:cNvGrpSpPr/>
          <p:nvPr/>
        </p:nvGrpSpPr>
        <p:grpSpPr>
          <a:xfrm>
            <a:off x="8459575" y="1779950"/>
            <a:ext cx="1312854" cy="1142543"/>
            <a:chOff x="8470238" y="4638689"/>
            <a:chExt cx="1312854" cy="114254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653D95-C39F-C2E0-D541-1AEAEEA354A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FDABCA-3586-3CED-8EC2-72F6DA933F7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B8F0DB7-75FD-AD3A-6569-C7007A1198EA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09268E-D5CC-43DD-4BAD-DA1F7671E06D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14B004-86AD-1896-D4B1-ECD90AB014A2}"/>
              </a:ext>
            </a:extLst>
          </p:cNvPr>
          <p:cNvGrpSpPr/>
          <p:nvPr/>
        </p:nvGrpSpPr>
        <p:grpSpPr>
          <a:xfrm>
            <a:off x="5096166" y="1451475"/>
            <a:ext cx="3354003" cy="2032511"/>
            <a:chOff x="5106326" y="1451475"/>
            <a:chExt cx="3354003" cy="2032511"/>
          </a:xfrm>
        </p:grpSpPr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C700BB43-92F8-F935-FE7D-DDDA6ED7F169}"/>
                </a:ext>
              </a:extLst>
            </p:cNvPr>
            <p:cNvGrpSpPr/>
            <p:nvPr/>
          </p:nvGrpSpPr>
          <p:grpSpPr>
            <a:xfrm>
              <a:off x="5219299" y="1451475"/>
              <a:ext cx="3241030" cy="2032511"/>
              <a:chOff x="6657992" y="856293"/>
              <a:chExt cx="1837807" cy="1127312"/>
            </a:xfrm>
          </p:grpSpPr>
          <p:sp>
            <p:nvSpPr>
              <p:cNvPr id="1103" name="Rounded Rectangle 1102">
                <a:extLst>
                  <a:ext uri="{FF2B5EF4-FFF2-40B4-BE49-F238E27FC236}">
                    <a16:creationId xmlns:a16="http://schemas.microsoft.com/office/drawing/2014/main" id="{CB82DE74-4E56-3855-CEFF-BBABCE046E6A}"/>
                  </a:ext>
                </a:extLst>
              </p:cNvPr>
              <p:cNvSpPr/>
              <p:nvPr/>
            </p:nvSpPr>
            <p:spPr>
              <a:xfrm>
                <a:off x="6657992" y="856293"/>
                <a:ext cx="1837807" cy="1127312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AEA5327B-2758-A8E7-944C-5C702C40607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19088" y="893054"/>
                <a:ext cx="561901" cy="563643"/>
                <a:chOff x="2706216" y="2534577"/>
                <a:chExt cx="939638" cy="103948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BB1DCBC-F4CE-1891-AFDE-D71A4C6542E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5BA67960-0244-EC5A-F9BB-74FC58530B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  <p:cxnSp>
            <p:nvCxnSpPr>
              <p:cNvPr id="1274" name="Curved Connector 1273">
                <a:extLst>
                  <a:ext uri="{FF2B5EF4-FFF2-40B4-BE49-F238E27FC236}">
                    <a16:creationId xmlns:a16="http://schemas.microsoft.com/office/drawing/2014/main" id="{CB54460A-9EFE-2DC6-3957-15328E6E7D0D}"/>
                  </a:ext>
                </a:extLst>
              </p:cNvPr>
              <p:cNvCxnSpPr>
                <a:cxnSpLocks/>
                <a:stCxn id="8" idx="2"/>
                <a:endCxn id="1077" idx="2"/>
              </p:cNvCxnSpPr>
              <p:nvPr/>
            </p:nvCxnSpPr>
            <p:spPr>
              <a:xfrm rot="10800000" flipV="1">
                <a:off x="7699876" y="1174876"/>
                <a:ext cx="119212" cy="600818"/>
              </a:xfrm>
              <a:prstGeom prst="curvedConnector3">
                <a:avLst>
                  <a:gd name="adj1" fmla="val 582704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8" name="Group 1067">
                <a:extLst>
                  <a:ext uri="{FF2B5EF4-FFF2-40B4-BE49-F238E27FC236}">
                    <a16:creationId xmlns:a16="http://schemas.microsoft.com/office/drawing/2014/main" id="{1C8DBFE2-5B5D-21A5-02B4-EF27FB2B14F9}"/>
                  </a:ext>
                </a:extLst>
              </p:cNvPr>
              <p:cNvGrpSpPr/>
              <p:nvPr/>
            </p:nvGrpSpPr>
            <p:grpSpPr>
              <a:xfrm>
                <a:off x="7699876" y="1582585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74AE5485-8971-E4DD-3602-D9E50C65783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DFF15206-2C7E-85AD-5A69-1DA25BBB3B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5" name="Graphic 1084" descr="Transfer with solid fill">
                    <a:extLst>
                      <a:ext uri="{FF2B5EF4-FFF2-40B4-BE49-F238E27FC236}">
                        <a16:creationId xmlns:a16="http://schemas.microsoft.com/office/drawing/2014/main" id="{C3956587-7774-BD42-B2E8-597A2F5008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97D11683-065D-23A2-97B8-E5007A6E5F2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77" name="Oval 1076">
                    <a:extLst>
                      <a:ext uri="{FF2B5EF4-FFF2-40B4-BE49-F238E27FC236}">
                        <a16:creationId xmlns:a16="http://schemas.microsoft.com/office/drawing/2014/main" id="{7615BE57-1DB9-F419-49AF-5B5C3420A6A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2" name="Graphic 1081" descr="Route (Two Pins With A Path) with solid fill">
                    <a:extLst>
                      <a:ext uri="{FF2B5EF4-FFF2-40B4-BE49-F238E27FC236}">
                        <a16:creationId xmlns:a16="http://schemas.microsoft.com/office/drawing/2014/main" id="{D92D9D96-6C90-2294-6251-B5D19519DD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EBDFC8-E00B-98FB-E4A4-08783543525A}"/>
                </a:ext>
              </a:extLst>
            </p:cNvPr>
            <p:cNvSpPr txBox="1"/>
            <p:nvPr/>
          </p:nvSpPr>
          <p:spPr>
            <a:xfrm>
              <a:off x="5106326" y="1586087"/>
              <a:ext cx="2286695" cy="5016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20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Planner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0CCF05-89E5-ED38-F34D-F7BB4C2FFFBA}"/>
              </a:ext>
            </a:extLst>
          </p:cNvPr>
          <p:cNvSpPr txBox="1"/>
          <p:nvPr/>
        </p:nvSpPr>
        <p:spPr>
          <a:xfrm>
            <a:off x="1248760" y="2020075"/>
            <a:ext cx="377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Previous lecture by Augusto Corrêa</a:t>
            </a:r>
          </a:p>
        </p:txBody>
      </p:sp>
    </p:spTree>
    <p:extLst>
      <p:ext uri="{BB962C8B-B14F-4D97-AF65-F5344CB8AC3E}">
        <p14:creationId xmlns:p14="http://schemas.microsoft.com/office/powerpoint/2010/main" val="36195132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FFF2B-2D5A-856F-938A-3EAACF2F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69CA252-70CD-2CD9-BFF5-7E8D8280AABA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03575CDE-F11A-81C6-F09A-B54BB74E512D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FB2C1F99-4C66-C9C8-F2DC-FD3E7994F6A1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0E1D803-6A9C-CB8E-2B72-6513CEB54F57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57D622F-9E34-0EFE-EE5D-AC0FB4FA2B13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51D04BDE-E087-DDBF-C968-EAA9BB6802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CB95417-AC10-A779-2DB0-F288B635CF8D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B2E60AA0-9A45-4E4A-5983-C3CF04A9E2BC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D181D6BC-6080-4668-7895-757E1F7F384B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EE385A81-F6DF-7885-70BD-9F589091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Solving NL/PDDL planning problems</a:t>
            </a:r>
          </a:p>
        </p:txBody>
      </p: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D40ED512-27EA-E20F-5187-0A2BBC3BB326}"/>
              </a:ext>
            </a:extLst>
          </p:cNvPr>
          <p:cNvCxnSpPr>
            <a:cxnSpLocks/>
          </p:cNvCxnSpPr>
          <p:nvPr/>
        </p:nvCxnSpPr>
        <p:spPr>
          <a:xfrm>
            <a:off x="246885" y="3829694"/>
            <a:ext cx="959175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" name="TextBox 1292">
            <a:extLst>
              <a:ext uri="{FF2B5EF4-FFF2-40B4-BE49-F238E27FC236}">
                <a16:creationId xmlns:a16="http://schemas.microsoft.com/office/drawing/2014/main" id="{17106071-7C83-9633-6B6D-C090755950F8}"/>
              </a:ext>
            </a:extLst>
          </p:cNvPr>
          <p:cNvSpPr txBox="1"/>
          <p:nvPr/>
        </p:nvSpPr>
        <p:spPr>
          <a:xfrm>
            <a:off x="4702006" y="1021094"/>
            <a:ext cx="296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of the focus since 2022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F02CCE-5C3C-CF90-F484-E2A4C63CE671}"/>
              </a:ext>
            </a:extLst>
          </p:cNvPr>
          <p:cNvGrpSpPr/>
          <p:nvPr/>
        </p:nvGrpSpPr>
        <p:grpSpPr>
          <a:xfrm>
            <a:off x="8470238" y="4638689"/>
            <a:ext cx="1312854" cy="1142543"/>
            <a:chOff x="8470238" y="4638689"/>
            <a:chExt cx="1312854" cy="1142543"/>
          </a:xfrm>
        </p:grpSpPr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9B006E93-CB07-388F-39FC-1BBD5FF290E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65F0128B-9E87-A95B-1638-E1200EE1F8B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5" name="TextBox 1114">
              <a:extLst>
                <a:ext uri="{FF2B5EF4-FFF2-40B4-BE49-F238E27FC236}">
                  <a16:creationId xmlns:a16="http://schemas.microsoft.com/office/drawing/2014/main" id="{3E0BBC72-0197-4B3A-BBC4-7702F90F5146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788F1A86-6BCB-DB9E-C15C-836060F08D78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1" name="Group 1160">
            <a:extLst>
              <a:ext uri="{FF2B5EF4-FFF2-40B4-BE49-F238E27FC236}">
                <a16:creationId xmlns:a16="http://schemas.microsoft.com/office/drawing/2014/main" id="{C435688F-809A-60FF-7645-D294035413EA}"/>
              </a:ext>
            </a:extLst>
          </p:cNvPr>
          <p:cNvGrpSpPr/>
          <p:nvPr/>
        </p:nvGrpSpPr>
        <p:grpSpPr>
          <a:xfrm>
            <a:off x="2442299" y="4144587"/>
            <a:ext cx="6017276" cy="2215587"/>
            <a:chOff x="5097517" y="2113263"/>
            <a:chExt cx="3384020" cy="1187560"/>
          </a:xfrm>
        </p:grpSpPr>
        <p:grpSp>
          <p:nvGrpSpPr>
            <p:cNvPr id="1160" name="Group 1159">
              <a:extLst>
                <a:ext uri="{FF2B5EF4-FFF2-40B4-BE49-F238E27FC236}">
                  <a16:creationId xmlns:a16="http://schemas.microsoft.com/office/drawing/2014/main" id="{A478BACC-A69F-4E3E-5B03-04AE144B6E48}"/>
                </a:ext>
              </a:extLst>
            </p:cNvPr>
            <p:cNvGrpSpPr/>
            <p:nvPr/>
          </p:nvGrpSpPr>
          <p:grpSpPr>
            <a:xfrm>
              <a:off x="5097517" y="2113263"/>
              <a:ext cx="3384020" cy="1125790"/>
              <a:chOff x="5097517" y="2113263"/>
              <a:chExt cx="3384020" cy="1125790"/>
            </a:xfrm>
          </p:grpSpPr>
          <p:sp>
            <p:nvSpPr>
              <p:cNvPr id="1076" name="Rounded Rectangle 1075">
                <a:extLst>
                  <a:ext uri="{FF2B5EF4-FFF2-40B4-BE49-F238E27FC236}">
                    <a16:creationId xmlns:a16="http://schemas.microsoft.com/office/drawing/2014/main" id="{F042F82E-74BA-9245-0A1A-D90BCFAAB2C5}"/>
                  </a:ext>
                </a:extLst>
              </p:cNvPr>
              <p:cNvSpPr/>
              <p:nvPr/>
            </p:nvSpPr>
            <p:spPr>
              <a:xfrm>
                <a:off x="5097517" y="2113263"/>
                <a:ext cx="3384020" cy="112579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DC8A1D9E-CE1F-5DAA-5524-5062F44EF30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325710" y="2547416"/>
                <a:ext cx="11369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82C372DD-7AD3-8F94-1979-ADEC37740190}"/>
                  </a:ext>
                </a:extLst>
              </p:cNvPr>
              <p:cNvSpPr txBox="1"/>
              <p:nvPr/>
            </p:nvSpPr>
            <p:spPr>
              <a:xfrm>
                <a:off x="5261722" y="2124761"/>
                <a:ext cx="2933981" cy="2782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2000" b="1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LLM as search components (World Models)</a:t>
                </a:r>
              </a:p>
            </p:txBody>
          </p: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40BD0A67-38AA-8CB6-6A38-72060B56F4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306320" y="2996526"/>
                <a:ext cx="314417" cy="9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F58377E5-46DF-D49C-2039-174BAD641C5F}"/>
                  </a:ext>
                </a:extLst>
              </p:cNvPr>
              <p:cNvGrpSpPr/>
              <p:nvPr/>
            </p:nvGrpSpPr>
            <p:grpSpPr>
              <a:xfrm>
                <a:off x="7658078" y="2825526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54" name="Group 1053">
                  <a:extLst>
                    <a:ext uri="{FF2B5EF4-FFF2-40B4-BE49-F238E27FC236}">
                      <a16:creationId xmlns:a16="http://schemas.microsoft.com/office/drawing/2014/main" id="{96FB6E0D-0BA2-D6C9-A7A4-2EB8FD5CF1E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66" name="Oval 1065">
                    <a:extLst>
                      <a:ext uri="{FF2B5EF4-FFF2-40B4-BE49-F238E27FC236}">
                        <a16:creationId xmlns:a16="http://schemas.microsoft.com/office/drawing/2014/main" id="{E312C54A-1EC8-2CC2-31E5-C4B40A120D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67" name="Graphic 1066" descr="Transfer with solid fill">
                    <a:extLst>
                      <a:ext uri="{FF2B5EF4-FFF2-40B4-BE49-F238E27FC236}">
                        <a16:creationId xmlns:a16="http://schemas.microsoft.com/office/drawing/2014/main" id="{35857D41-9992-0CAC-EA70-23C4088874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55" name="Group 1054">
                  <a:extLst>
                    <a:ext uri="{FF2B5EF4-FFF2-40B4-BE49-F238E27FC236}">
                      <a16:creationId xmlns:a16="http://schemas.microsoft.com/office/drawing/2014/main" id="{8EEC1065-9891-9EA3-A28D-7D463945400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56" name="Oval 1055">
                    <a:extLst>
                      <a:ext uri="{FF2B5EF4-FFF2-40B4-BE49-F238E27FC236}">
                        <a16:creationId xmlns:a16="http://schemas.microsoft.com/office/drawing/2014/main" id="{949B62A9-E32D-A3F3-6B3A-9688C774A0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57" name="Graphic 1056" descr="Route (Two Pins With A Path) with solid fill">
                    <a:extLst>
                      <a:ext uri="{FF2B5EF4-FFF2-40B4-BE49-F238E27FC236}">
                        <a16:creationId xmlns:a16="http://schemas.microsoft.com/office/drawing/2014/main" id="{970770AC-64BD-8F89-129D-9EEF228679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158" name="Group 1157">
              <a:extLst>
                <a:ext uri="{FF2B5EF4-FFF2-40B4-BE49-F238E27FC236}">
                  <a16:creationId xmlns:a16="http://schemas.microsoft.com/office/drawing/2014/main" id="{009E7D25-DB48-43BC-B204-427A43BC7C2B}"/>
                </a:ext>
              </a:extLst>
            </p:cNvPr>
            <p:cNvGrpSpPr/>
            <p:nvPr/>
          </p:nvGrpSpPr>
          <p:grpSpPr>
            <a:xfrm>
              <a:off x="5261722" y="2357028"/>
              <a:ext cx="2185673" cy="943795"/>
              <a:chOff x="5051516" y="2357028"/>
              <a:chExt cx="2185673" cy="943795"/>
            </a:xfrm>
          </p:grpSpPr>
          <p:grpSp>
            <p:nvGrpSpPr>
              <p:cNvPr id="1099" name="Group 1098">
                <a:extLst>
                  <a:ext uri="{FF2B5EF4-FFF2-40B4-BE49-F238E27FC236}">
                    <a16:creationId xmlns:a16="http://schemas.microsoft.com/office/drawing/2014/main" id="{A441A059-E949-5EAF-BFFD-E34DF30309D9}"/>
                  </a:ext>
                </a:extLst>
              </p:cNvPr>
              <p:cNvGrpSpPr/>
              <p:nvPr/>
            </p:nvGrpSpPr>
            <p:grpSpPr>
              <a:xfrm>
                <a:off x="5051516" y="2357028"/>
                <a:ext cx="2185673" cy="943795"/>
                <a:chOff x="5828462" y="4160597"/>
                <a:chExt cx="909706" cy="943795"/>
              </a:xfrm>
            </p:grpSpPr>
            <p:grpSp>
              <p:nvGrpSpPr>
                <p:cNvPr id="1100" name="Group 1099">
                  <a:extLst>
                    <a:ext uri="{FF2B5EF4-FFF2-40B4-BE49-F238E27FC236}">
                      <a16:creationId xmlns:a16="http://schemas.microsoft.com/office/drawing/2014/main" id="{616514EC-444E-C343-61E7-4BFC8AA0797A}"/>
                    </a:ext>
                  </a:extLst>
                </p:cNvPr>
                <p:cNvGrpSpPr/>
                <p:nvPr/>
              </p:nvGrpSpPr>
              <p:grpSpPr>
                <a:xfrm>
                  <a:off x="5828462" y="4160597"/>
                  <a:ext cx="849836" cy="844571"/>
                  <a:chOff x="9965557" y="888108"/>
                  <a:chExt cx="849836" cy="844571"/>
                </a:xfrm>
              </p:grpSpPr>
              <p:sp>
                <p:nvSpPr>
                  <p:cNvPr id="1102" name="Rectangle 1101">
                    <a:extLst>
                      <a:ext uri="{FF2B5EF4-FFF2-40B4-BE49-F238E27FC236}">
                        <a16:creationId xmlns:a16="http://schemas.microsoft.com/office/drawing/2014/main" id="{D1A178DC-571B-8D7E-DA2F-46E0E55CA7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65557" y="888108"/>
                    <a:ext cx="849836" cy="844571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04" name="Graphic 1103" descr="Search Inventory with solid fill">
                    <a:extLst>
                      <a:ext uri="{FF2B5EF4-FFF2-40B4-BE49-F238E27FC236}">
                        <a16:creationId xmlns:a16="http://schemas.microsoft.com/office/drawing/2014/main" id="{95F211A5-86CE-45C5-B976-4BCA3A7923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02199" y="912563"/>
                    <a:ext cx="380734" cy="63628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01" name="TextBox 1100">
                  <a:extLst>
                    <a:ext uri="{FF2B5EF4-FFF2-40B4-BE49-F238E27FC236}">
                      <a16:creationId xmlns:a16="http://schemas.microsoft.com/office/drawing/2014/main" id="{1C2677C0-113D-D4DE-8AD7-B89BB47D4F86}"/>
                    </a:ext>
                  </a:extLst>
                </p:cNvPr>
                <p:cNvSpPr txBox="1"/>
                <p:nvPr/>
              </p:nvSpPr>
              <p:spPr>
                <a:xfrm>
                  <a:off x="6135913" y="4791193"/>
                  <a:ext cx="602255" cy="3131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6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algorithm</a:t>
                  </a:r>
                </a:p>
              </p:txBody>
            </p:sp>
          </p:grpSp>
          <p:cxnSp>
            <p:nvCxnSpPr>
              <p:cNvPr id="1123" name="Straight Connector 1122">
                <a:extLst>
                  <a:ext uri="{FF2B5EF4-FFF2-40B4-BE49-F238E27FC236}">
                    <a16:creationId xmlns:a16="http://schemas.microsoft.com/office/drawing/2014/main" id="{9066C4D3-478B-D463-33A5-557F1326262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9300" y="2542165"/>
                <a:ext cx="57813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4" name="Straight Connector 1123">
                <a:extLst>
                  <a:ext uri="{FF2B5EF4-FFF2-40B4-BE49-F238E27FC236}">
                    <a16:creationId xmlns:a16="http://schemas.microsoft.com/office/drawing/2014/main" id="{6A914B1E-975C-7FE2-A2CC-14614790BCD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49267" y="2873675"/>
                <a:ext cx="3830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22" name="Group 1121">
                <a:extLst>
                  <a:ext uri="{FF2B5EF4-FFF2-40B4-BE49-F238E27FC236}">
                    <a16:creationId xmlns:a16="http://schemas.microsoft.com/office/drawing/2014/main" id="{BED8A2E3-4E78-9125-6829-435BEDC71FA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132601" y="2494260"/>
                <a:ext cx="561901" cy="563643"/>
                <a:chOff x="2706216" y="2534577"/>
                <a:chExt cx="939638" cy="1039482"/>
              </a:xfrm>
            </p:grpSpPr>
            <p:sp>
              <p:nvSpPr>
                <p:cNvPr id="1125" name="Oval 1124">
                  <a:extLst>
                    <a:ext uri="{FF2B5EF4-FFF2-40B4-BE49-F238E27FC236}">
                      <a16:creationId xmlns:a16="http://schemas.microsoft.com/office/drawing/2014/main" id="{931DC5FE-618E-A576-BFBC-FE7BCD4A91D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6" name="Picture 1125">
                  <a:extLst>
                    <a:ext uri="{FF2B5EF4-FFF2-40B4-BE49-F238E27FC236}">
                      <a16:creationId xmlns:a16="http://schemas.microsoft.com/office/drawing/2014/main" id="{608CD734-61B3-ACF2-D3F3-0C828EF941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6EC1DEE-4FC1-8A66-E042-6445AAF52616}"/>
              </a:ext>
            </a:extLst>
          </p:cNvPr>
          <p:cNvGrpSpPr/>
          <p:nvPr/>
        </p:nvGrpSpPr>
        <p:grpSpPr>
          <a:xfrm>
            <a:off x="8459575" y="1779950"/>
            <a:ext cx="1312854" cy="1142543"/>
            <a:chOff x="8470238" y="4638689"/>
            <a:chExt cx="1312854" cy="114254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A05DA7-7B4C-9468-D827-728A0E41FA9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4815D61-155C-9BC2-9A58-A9AA4B882BC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906C78D-CD62-93DF-87A7-65706D85E8FB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C8845A9-D391-6619-C6FC-E2CC59373F9B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526CA47-1B55-A5EB-39BE-0F7D4F64580F}"/>
              </a:ext>
            </a:extLst>
          </p:cNvPr>
          <p:cNvGrpSpPr/>
          <p:nvPr/>
        </p:nvGrpSpPr>
        <p:grpSpPr>
          <a:xfrm>
            <a:off x="5096166" y="1451475"/>
            <a:ext cx="3354003" cy="2032511"/>
            <a:chOff x="5106326" y="1451475"/>
            <a:chExt cx="3354003" cy="2032511"/>
          </a:xfrm>
        </p:grpSpPr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D994EEF8-B00B-5D74-667B-33B78F2120DB}"/>
                </a:ext>
              </a:extLst>
            </p:cNvPr>
            <p:cNvGrpSpPr/>
            <p:nvPr/>
          </p:nvGrpSpPr>
          <p:grpSpPr>
            <a:xfrm>
              <a:off x="5219299" y="1451475"/>
              <a:ext cx="3241030" cy="2032511"/>
              <a:chOff x="6657992" y="856293"/>
              <a:chExt cx="1837807" cy="1127312"/>
            </a:xfrm>
          </p:grpSpPr>
          <p:sp>
            <p:nvSpPr>
              <p:cNvPr id="1103" name="Rounded Rectangle 1102">
                <a:extLst>
                  <a:ext uri="{FF2B5EF4-FFF2-40B4-BE49-F238E27FC236}">
                    <a16:creationId xmlns:a16="http://schemas.microsoft.com/office/drawing/2014/main" id="{2058721D-01C4-D360-2341-18CC803FF80E}"/>
                  </a:ext>
                </a:extLst>
              </p:cNvPr>
              <p:cNvSpPr/>
              <p:nvPr/>
            </p:nvSpPr>
            <p:spPr>
              <a:xfrm>
                <a:off x="6657992" y="856293"/>
                <a:ext cx="1837807" cy="1127312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E5FCF9A8-6560-58FA-73D7-F8BCD9DDDFC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19088" y="893054"/>
                <a:ext cx="561901" cy="563643"/>
                <a:chOff x="2706216" y="2534577"/>
                <a:chExt cx="939638" cy="103948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3D186C9-587F-BC70-AFD0-0103626827A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B7D95E86-C2DF-A475-5C23-091CCA96AC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  <p:cxnSp>
            <p:nvCxnSpPr>
              <p:cNvPr id="1274" name="Curved Connector 1273">
                <a:extLst>
                  <a:ext uri="{FF2B5EF4-FFF2-40B4-BE49-F238E27FC236}">
                    <a16:creationId xmlns:a16="http://schemas.microsoft.com/office/drawing/2014/main" id="{E520E5CB-2A1C-F9F0-99B5-3B4ABE374089}"/>
                  </a:ext>
                </a:extLst>
              </p:cNvPr>
              <p:cNvCxnSpPr>
                <a:cxnSpLocks/>
                <a:stCxn id="8" idx="2"/>
                <a:endCxn id="1077" idx="2"/>
              </p:cNvCxnSpPr>
              <p:nvPr/>
            </p:nvCxnSpPr>
            <p:spPr>
              <a:xfrm rot="10800000" flipV="1">
                <a:off x="7699876" y="1174876"/>
                <a:ext cx="119212" cy="600818"/>
              </a:xfrm>
              <a:prstGeom prst="curvedConnector3">
                <a:avLst>
                  <a:gd name="adj1" fmla="val 582704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8" name="Group 1067">
                <a:extLst>
                  <a:ext uri="{FF2B5EF4-FFF2-40B4-BE49-F238E27FC236}">
                    <a16:creationId xmlns:a16="http://schemas.microsoft.com/office/drawing/2014/main" id="{525A120F-4887-E64E-5620-05B45B5409B1}"/>
                  </a:ext>
                </a:extLst>
              </p:cNvPr>
              <p:cNvGrpSpPr/>
              <p:nvPr/>
            </p:nvGrpSpPr>
            <p:grpSpPr>
              <a:xfrm>
                <a:off x="7699876" y="1582585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DE9FD8B5-7247-6C73-AF57-7BAB026F27C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7907B252-0369-07D5-9764-012E1C1EA1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5" name="Graphic 1084" descr="Transfer with solid fill">
                    <a:extLst>
                      <a:ext uri="{FF2B5EF4-FFF2-40B4-BE49-F238E27FC236}">
                        <a16:creationId xmlns:a16="http://schemas.microsoft.com/office/drawing/2014/main" id="{2065FBA2-6272-62BA-8F88-8FCAA8BC6B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8D20838E-CF64-8A51-EB0C-720AB450DB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77" name="Oval 1076">
                    <a:extLst>
                      <a:ext uri="{FF2B5EF4-FFF2-40B4-BE49-F238E27FC236}">
                        <a16:creationId xmlns:a16="http://schemas.microsoft.com/office/drawing/2014/main" id="{22F8DDF0-859F-8D44-4099-0352BAA996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2" name="Graphic 1081" descr="Route (Two Pins With A Path) with solid fill">
                    <a:extLst>
                      <a:ext uri="{FF2B5EF4-FFF2-40B4-BE49-F238E27FC236}">
                        <a16:creationId xmlns:a16="http://schemas.microsoft.com/office/drawing/2014/main" id="{5A6B023B-1DD8-BABA-C5C4-CE5AF8303E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1C1D40-D121-EF57-448E-0C3EBCEEAD0B}"/>
                </a:ext>
              </a:extLst>
            </p:cNvPr>
            <p:cNvSpPr txBox="1"/>
            <p:nvPr/>
          </p:nvSpPr>
          <p:spPr>
            <a:xfrm>
              <a:off x="5106326" y="1586087"/>
              <a:ext cx="2286695" cy="5016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20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Planner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7E10011-4837-3EC4-191C-17697C2474CA}"/>
              </a:ext>
            </a:extLst>
          </p:cNvPr>
          <p:cNvSpPr txBox="1"/>
          <p:nvPr/>
        </p:nvSpPr>
        <p:spPr>
          <a:xfrm>
            <a:off x="1248760" y="2020075"/>
            <a:ext cx="377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Previous lecture by Augusto Corrêa</a:t>
            </a:r>
          </a:p>
        </p:txBody>
      </p:sp>
    </p:spTree>
    <p:extLst>
      <p:ext uri="{BB962C8B-B14F-4D97-AF65-F5344CB8AC3E}">
        <p14:creationId xmlns:p14="http://schemas.microsoft.com/office/powerpoint/2010/main" val="394733546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58D87-DFCA-0958-2D73-B5779F72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9E8CDE47-BBCE-C59A-6AFB-072EAFA4D8C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81847EB0-F99F-87ED-495C-384660679626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0A139730-BCE0-A698-2A0E-461FC23B94CF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45B5FD0-6867-F9C0-814E-705E56CB8038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4B3037F-B098-7560-9DCD-2EC65EA27053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2ADE1649-212C-13ED-5F68-C5A3980F18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A841997C-EF89-6063-7AEE-3EDDFF3A838D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67129EFC-F759-95EC-8690-31305540D092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370E8222-1E34-64E9-3796-89544769A2EF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7C3D4030-C681-F0E6-C299-D9A777D9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Solving NL/PDDL planning problems</a:t>
            </a:r>
          </a:p>
        </p:txBody>
      </p: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F36C7C42-DC3E-0E13-FBFA-A4229891C2D6}"/>
              </a:ext>
            </a:extLst>
          </p:cNvPr>
          <p:cNvCxnSpPr>
            <a:cxnSpLocks/>
          </p:cNvCxnSpPr>
          <p:nvPr/>
        </p:nvCxnSpPr>
        <p:spPr>
          <a:xfrm>
            <a:off x="246885" y="3829694"/>
            <a:ext cx="959175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" name="TextBox 1292">
            <a:extLst>
              <a:ext uri="{FF2B5EF4-FFF2-40B4-BE49-F238E27FC236}">
                <a16:creationId xmlns:a16="http://schemas.microsoft.com/office/drawing/2014/main" id="{DB8EC2BB-CCCB-36AC-4191-A99B5747A1D8}"/>
              </a:ext>
            </a:extLst>
          </p:cNvPr>
          <p:cNvSpPr txBox="1"/>
          <p:nvPr/>
        </p:nvSpPr>
        <p:spPr>
          <a:xfrm>
            <a:off x="4702006" y="1021094"/>
            <a:ext cx="296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of the focus since 2022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42AFA2-4B54-9767-FFC0-C34F96D60B43}"/>
              </a:ext>
            </a:extLst>
          </p:cNvPr>
          <p:cNvGrpSpPr/>
          <p:nvPr/>
        </p:nvGrpSpPr>
        <p:grpSpPr>
          <a:xfrm>
            <a:off x="8470238" y="4638689"/>
            <a:ext cx="1312854" cy="1142543"/>
            <a:chOff x="8470238" y="4638689"/>
            <a:chExt cx="1312854" cy="1142543"/>
          </a:xfrm>
        </p:grpSpPr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759C8FFD-DDF1-8855-2C58-70FB5A3543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F43EDCDB-C81C-978B-2D8D-DD031B5C97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5" name="TextBox 1114">
              <a:extLst>
                <a:ext uri="{FF2B5EF4-FFF2-40B4-BE49-F238E27FC236}">
                  <a16:creationId xmlns:a16="http://schemas.microsoft.com/office/drawing/2014/main" id="{A011510F-57BA-6761-AE42-BD24C87B3699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id="{CC1241C4-F554-6D02-CDF9-F426525322FB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1" name="Group 1160">
            <a:extLst>
              <a:ext uri="{FF2B5EF4-FFF2-40B4-BE49-F238E27FC236}">
                <a16:creationId xmlns:a16="http://schemas.microsoft.com/office/drawing/2014/main" id="{6EB16FCD-953B-96DB-3E8C-999A83A08BB0}"/>
              </a:ext>
            </a:extLst>
          </p:cNvPr>
          <p:cNvGrpSpPr/>
          <p:nvPr/>
        </p:nvGrpSpPr>
        <p:grpSpPr>
          <a:xfrm>
            <a:off x="2442299" y="4144587"/>
            <a:ext cx="6017276" cy="2215587"/>
            <a:chOff x="5097517" y="2113263"/>
            <a:chExt cx="3384020" cy="1187560"/>
          </a:xfrm>
        </p:grpSpPr>
        <p:grpSp>
          <p:nvGrpSpPr>
            <p:cNvPr id="1160" name="Group 1159">
              <a:extLst>
                <a:ext uri="{FF2B5EF4-FFF2-40B4-BE49-F238E27FC236}">
                  <a16:creationId xmlns:a16="http://schemas.microsoft.com/office/drawing/2014/main" id="{5F0E30A9-9FFC-3FEC-808A-019E09D4FB06}"/>
                </a:ext>
              </a:extLst>
            </p:cNvPr>
            <p:cNvGrpSpPr/>
            <p:nvPr/>
          </p:nvGrpSpPr>
          <p:grpSpPr>
            <a:xfrm>
              <a:off x="5097517" y="2113263"/>
              <a:ext cx="3384020" cy="1125790"/>
              <a:chOff x="5097517" y="2113263"/>
              <a:chExt cx="3384020" cy="1125790"/>
            </a:xfrm>
          </p:grpSpPr>
          <p:sp>
            <p:nvSpPr>
              <p:cNvPr id="1076" name="Rounded Rectangle 1075">
                <a:extLst>
                  <a:ext uri="{FF2B5EF4-FFF2-40B4-BE49-F238E27FC236}">
                    <a16:creationId xmlns:a16="http://schemas.microsoft.com/office/drawing/2014/main" id="{E6D41064-F8DC-5096-1C81-458F2018348E}"/>
                  </a:ext>
                </a:extLst>
              </p:cNvPr>
              <p:cNvSpPr/>
              <p:nvPr/>
            </p:nvSpPr>
            <p:spPr>
              <a:xfrm>
                <a:off x="5097517" y="2113263"/>
                <a:ext cx="3384020" cy="1125790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165BBB3E-FEC8-E795-9FAD-EBA15D4222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325710" y="2547416"/>
                <a:ext cx="11369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A7667473-6BFD-DA47-8AAC-9A7AFD752C98}"/>
                  </a:ext>
                </a:extLst>
              </p:cNvPr>
              <p:cNvSpPr txBox="1"/>
              <p:nvPr/>
            </p:nvSpPr>
            <p:spPr>
              <a:xfrm>
                <a:off x="5261722" y="2124761"/>
                <a:ext cx="2933981" cy="2782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2000" b="1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LLM as search components (World Models)</a:t>
                </a:r>
              </a:p>
            </p:txBody>
          </p: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7D7065A5-E183-A4BF-D0F6-596D3AC3A69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306320" y="2996526"/>
                <a:ext cx="314417" cy="9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EEBF2DDD-EC31-F206-5A92-6B5C3EDD3DE4}"/>
                  </a:ext>
                </a:extLst>
              </p:cNvPr>
              <p:cNvGrpSpPr/>
              <p:nvPr/>
            </p:nvGrpSpPr>
            <p:grpSpPr>
              <a:xfrm>
                <a:off x="7658078" y="2825526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54" name="Group 1053">
                  <a:extLst>
                    <a:ext uri="{FF2B5EF4-FFF2-40B4-BE49-F238E27FC236}">
                      <a16:creationId xmlns:a16="http://schemas.microsoft.com/office/drawing/2014/main" id="{757645E0-2E46-0CBB-8B3C-3FCDF475C27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66" name="Oval 1065">
                    <a:extLst>
                      <a:ext uri="{FF2B5EF4-FFF2-40B4-BE49-F238E27FC236}">
                        <a16:creationId xmlns:a16="http://schemas.microsoft.com/office/drawing/2014/main" id="{0DCD0004-0D77-F003-9F0A-84F1800B61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67" name="Graphic 1066" descr="Transfer with solid fill">
                    <a:extLst>
                      <a:ext uri="{FF2B5EF4-FFF2-40B4-BE49-F238E27FC236}">
                        <a16:creationId xmlns:a16="http://schemas.microsoft.com/office/drawing/2014/main" id="{2058A61C-44A3-F83B-81DE-4055987DA9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55" name="Group 1054">
                  <a:extLst>
                    <a:ext uri="{FF2B5EF4-FFF2-40B4-BE49-F238E27FC236}">
                      <a16:creationId xmlns:a16="http://schemas.microsoft.com/office/drawing/2014/main" id="{7F0BAF9F-88F2-653A-577B-33AB45265F5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56" name="Oval 1055">
                    <a:extLst>
                      <a:ext uri="{FF2B5EF4-FFF2-40B4-BE49-F238E27FC236}">
                        <a16:creationId xmlns:a16="http://schemas.microsoft.com/office/drawing/2014/main" id="{05203B17-969A-CB30-3F0F-0B5AAF47C2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57" name="Graphic 1056" descr="Route (Two Pins With A Path) with solid fill">
                    <a:extLst>
                      <a:ext uri="{FF2B5EF4-FFF2-40B4-BE49-F238E27FC236}">
                        <a16:creationId xmlns:a16="http://schemas.microsoft.com/office/drawing/2014/main" id="{EA3F5A5D-4069-4FFA-454D-176899D266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158" name="Group 1157">
              <a:extLst>
                <a:ext uri="{FF2B5EF4-FFF2-40B4-BE49-F238E27FC236}">
                  <a16:creationId xmlns:a16="http://schemas.microsoft.com/office/drawing/2014/main" id="{580E5669-5FB8-A6DF-28A2-1AA8628E06E8}"/>
                </a:ext>
              </a:extLst>
            </p:cNvPr>
            <p:cNvGrpSpPr/>
            <p:nvPr/>
          </p:nvGrpSpPr>
          <p:grpSpPr>
            <a:xfrm>
              <a:off x="5261722" y="2357028"/>
              <a:ext cx="2185673" cy="943795"/>
              <a:chOff x="5051516" y="2357028"/>
              <a:chExt cx="2185673" cy="943795"/>
            </a:xfrm>
          </p:grpSpPr>
          <p:grpSp>
            <p:nvGrpSpPr>
              <p:cNvPr id="1099" name="Group 1098">
                <a:extLst>
                  <a:ext uri="{FF2B5EF4-FFF2-40B4-BE49-F238E27FC236}">
                    <a16:creationId xmlns:a16="http://schemas.microsoft.com/office/drawing/2014/main" id="{445B79AE-C9DD-C75F-7B11-5D61F41E0ADC}"/>
                  </a:ext>
                </a:extLst>
              </p:cNvPr>
              <p:cNvGrpSpPr/>
              <p:nvPr/>
            </p:nvGrpSpPr>
            <p:grpSpPr>
              <a:xfrm>
                <a:off x="5051516" y="2357028"/>
                <a:ext cx="2185673" cy="943795"/>
                <a:chOff x="5828462" y="4160597"/>
                <a:chExt cx="909706" cy="943795"/>
              </a:xfrm>
            </p:grpSpPr>
            <p:grpSp>
              <p:nvGrpSpPr>
                <p:cNvPr id="1100" name="Group 1099">
                  <a:extLst>
                    <a:ext uri="{FF2B5EF4-FFF2-40B4-BE49-F238E27FC236}">
                      <a16:creationId xmlns:a16="http://schemas.microsoft.com/office/drawing/2014/main" id="{FB4F6C56-5C63-3DEC-9090-5A03E90F81E7}"/>
                    </a:ext>
                  </a:extLst>
                </p:cNvPr>
                <p:cNvGrpSpPr/>
                <p:nvPr/>
              </p:nvGrpSpPr>
              <p:grpSpPr>
                <a:xfrm>
                  <a:off x="5828462" y="4160597"/>
                  <a:ext cx="849836" cy="844571"/>
                  <a:chOff x="9965557" y="888108"/>
                  <a:chExt cx="849836" cy="844571"/>
                </a:xfrm>
              </p:grpSpPr>
              <p:sp>
                <p:nvSpPr>
                  <p:cNvPr id="1102" name="Rectangle 1101">
                    <a:extLst>
                      <a:ext uri="{FF2B5EF4-FFF2-40B4-BE49-F238E27FC236}">
                        <a16:creationId xmlns:a16="http://schemas.microsoft.com/office/drawing/2014/main" id="{B51280BB-6B5D-FB72-584A-61DC5E3AA8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65557" y="888108"/>
                    <a:ext cx="849836" cy="844571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04" name="Graphic 1103" descr="Search Inventory with solid fill">
                    <a:extLst>
                      <a:ext uri="{FF2B5EF4-FFF2-40B4-BE49-F238E27FC236}">
                        <a16:creationId xmlns:a16="http://schemas.microsoft.com/office/drawing/2014/main" id="{B6CED068-A56D-DB77-CA49-25EDC21B62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02199" y="912563"/>
                    <a:ext cx="380734" cy="63628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01" name="TextBox 1100">
                  <a:extLst>
                    <a:ext uri="{FF2B5EF4-FFF2-40B4-BE49-F238E27FC236}">
                      <a16:creationId xmlns:a16="http://schemas.microsoft.com/office/drawing/2014/main" id="{53234533-5E47-1D37-D50B-FA70EA841743}"/>
                    </a:ext>
                  </a:extLst>
                </p:cNvPr>
                <p:cNvSpPr txBox="1"/>
                <p:nvPr/>
              </p:nvSpPr>
              <p:spPr>
                <a:xfrm>
                  <a:off x="6135913" y="4791193"/>
                  <a:ext cx="602255" cy="31319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6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algorithm</a:t>
                  </a:r>
                </a:p>
              </p:txBody>
            </p:sp>
          </p:grpSp>
          <p:cxnSp>
            <p:nvCxnSpPr>
              <p:cNvPr id="1123" name="Straight Connector 1122">
                <a:extLst>
                  <a:ext uri="{FF2B5EF4-FFF2-40B4-BE49-F238E27FC236}">
                    <a16:creationId xmlns:a16="http://schemas.microsoft.com/office/drawing/2014/main" id="{14976B2F-7B83-B2BB-651F-569E4B31680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9300" y="2542165"/>
                <a:ext cx="57813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4" name="Straight Connector 1123">
                <a:extLst>
                  <a:ext uri="{FF2B5EF4-FFF2-40B4-BE49-F238E27FC236}">
                    <a16:creationId xmlns:a16="http://schemas.microsoft.com/office/drawing/2014/main" id="{FE0FF291-4496-9C3F-8AAF-422AAEA293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49267" y="2873675"/>
                <a:ext cx="3830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22" name="Group 1121">
                <a:extLst>
                  <a:ext uri="{FF2B5EF4-FFF2-40B4-BE49-F238E27FC236}">
                    <a16:creationId xmlns:a16="http://schemas.microsoft.com/office/drawing/2014/main" id="{DCCC2335-C238-4233-4B16-DB3AA6E2762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132601" y="2494260"/>
                <a:ext cx="561901" cy="563643"/>
                <a:chOff x="2706216" y="2534577"/>
                <a:chExt cx="939638" cy="1039482"/>
              </a:xfrm>
            </p:grpSpPr>
            <p:sp>
              <p:nvSpPr>
                <p:cNvPr id="1125" name="Oval 1124">
                  <a:extLst>
                    <a:ext uri="{FF2B5EF4-FFF2-40B4-BE49-F238E27FC236}">
                      <a16:creationId xmlns:a16="http://schemas.microsoft.com/office/drawing/2014/main" id="{2A82B214-9681-7582-759E-C2ECEB146F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6" name="Picture 1125">
                  <a:extLst>
                    <a:ext uri="{FF2B5EF4-FFF2-40B4-BE49-F238E27FC236}">
                      <a16:creationId xmlns:a16="http://schemas.microsoft.com/office/drawing/2014/main" id="{CEC12000-3E88-C2E3-CBA4-17B2FB26F8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C95AEB-FD8F-7ACC-5F4D-D1682B843AE3}"/>
              </a:ext>
            </a:extLst>
          </p:cNvPr>
          <p:cNvGrpSpPr/>
          <p:nvPr/>
        </p:nvGrpSpPr>
        <p:grpSpPr>
          <a:xfrm>
            <a:off x="8459575" y="1779950"/>
            <a:ext cx="1312854" cy="1142543"/>
            <a:chOff x="8470238" y="4638689"/>
            <a:chExt cx="1312854" cy="114254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8C1C756-FD62-3AF6-3C61-ABFBAE53369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6959" y="5777245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EF86EB9-654C-BDEA-96B1-DB2BF64A44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0238" y="4954882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E545F1-A35A-23F2-E945-B7488812B8BC}"/>
                </a:ext>
              </a:extLst>
            </p:cNvPr>
            <p:cNvSpPr txBox="1"/>
            <p:nvPr/>
          </p:nvSpPr>
          <p:spPr>
            <a:xfrm>
              <a:off x="8549341" y="5416492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5C84D0-997B-4EC4-5298-5CEB115B90ED}"/>
                </a:ext>
              </a:extLst>
            </p:cNvPr>
            <p:cNvSpPr txBox="1"/>
            <p:nvPr/>
          </p:nvSpPr>
          <p:spPr>
            <a:xfrm>
              <a:off x="8528118" y="4638689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F0CFCDC-DC38-E025-14C1-338DBC15C7C2}"/>
              </a:ext>
            </a:extLst>
          </p:cNvPr>
          <p:cNvGrpSpPr/>
          <p:nvPr/>
        </p:nvGrpSpPr>
        <p:grpSpPr>
          <a:xfrm>
            <a:off x="5096166" y="1451475"/>
            <a:ext cx="3354003" cy="2032511"/>
            <a:chOff x="5106326" y="1451475"/>
            <a:chExt cx="3354003" cy="2032511"/>
          </a:xfrm>
        </p:grpSpPr>
        <p:grpSp>
          <p:nvGrpSpPr>
            <p:cNvPr id="1167" name="Group 1166">
              <a:extLst>
                <a:ext uri="{FF2B5EF4-FFF2-40B4-BE49-F238E27FC236}">
                  <a16:creationId xmlns:a16="http://schemas.microsoft.com/office/drawing/2014/main" id="{FF9FEAF5-DF55-9979-B1C7-58E991C8CD17}"/>
                </a:ext>
              </a:extLst>
            </p:cNvPr>
            <p:cNvGrpSpPr/>
            <p:nvPr/>
          </p:nvGrpSpPr>
          <p:grpSpPr>
            <a:xfrm>
              <a:off x="5219299" y="1451475"/>
              <a:ext cx="3241030" cy="2032511"/>
              <a:chOff x="6657992" y="856293"/>
              <a:chExt cx="1837807" cy="1127312"/>
            </a:xfrm>
          </p:grpSpPr>
          <p:sp>
            <p:nvSpPr>
              <p:cNvPr id="1103" name="Rounded Rectangle 1102">
                <a:extLst>
                  <a:ext uri="{FF2B5EF4-FFF2-40B4-BE49-F238E27FC236}">
                    <a16:creationId xmlns:a16="http://schemas.microsoft.com/office/drawing/2014/main" id="{A1C18C4A-0CC2-EFE7-A589-9A71C3074E82}"/>
                  </a:ext>
                </a:extLst>
              </p:cNvPr>
              <p:cNvSpPr/>
              <p:nvPr/>
            </p:nvSpPr>
            <p:spPr>
              <a:xfrm>
                <a:off x="6657992" y="856293"/>
                <a:ext cx="1837807" cy="1127312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DB2600A-A599-323B-1E82-BEFC58599AD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19088" y="893054"/>
                <a:ext cx="561901" cy="563643"/>
                <a:chOff x="2706216" y="2534577"/>
                <a:chExt cx="939638" cy="1039482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C7C5BC2-1364-7329-C3C5-B1D681EBB94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3C0560DD-C0DB-FE23-FC27-5B015A652C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  <p:cxnSp>
            <p:nvCxnSpPr>
              <p:cNvPr id="1274" name="Curved Connector 1273">
                <a:extLst>
                  <a:ext uri="{FF2B5EF4-FFF2-40B4-BE49-F238E27FC236}">
                    <a16:creationId xmlns:a16="http://schemas.microsoft.com/office/drawing/2014/main" id="{9A65E61A-5977-34A6-E2B6-09756A768D26}"/>
                  </a:ext>
                </a:extLst>
              </p:cNvPr>
              <p:cNvCxnSpPr>
                <a:cxnSpLocks/>
                <a:stCxn id="8" idx="2"/>
                <a:endCxn id="1077" idx="2"/>
              </p:cNvCxnSpPr>
              <p:nvPr/>
            </p:nvCxnSpPr>
            <p:spPr>
              <a:xfrm rot="10800000" flipV="1">
                <a:off x="7699876" y="1174876"/>
                <a:ext cx="119212" cy="600818"/>
              </a:xfrm>
              <a:prstGeom prst="curvedConnector3">
                <a:avLst>
                  <a:gd name="adj1" fmla="val 582704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8" name="Group 1067">
                <a:extLst>
                  <a:ext uri="{FF2B5EF4-FFF2-40B4-BE49-F238E27FC236}">
                    <a16:creationId xmlns:a16="http://schemas.microsoft.com/office/drawing/2014/main" id="{78983BAD-B607-57B7-4436-AD9BF6E65776}"/>
                  </a:ext>
                </a:extLst>
              </p:cNvPr>
              <p:cNvGrpSpPr/>
              <p:nvPr/>
            </p:nvGrpSpPr>
            <p:grpSpPr>
              <a:xfrm>
                <a:off x="7699876" y="1582585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7E80A715-1DC3-CDED-B04C-CCE90127FEB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83" name="Oval 1082">
                    <a:extLst>
                      <a:ext uri="{FF2B5EF4-FFF2-40B4-BE49-F238E27FC236}">
                        <a16:creationId xmlns:a16="http://schemas.microsoft.com/office/drawing/2014/main" id="{E350C047-776F-7765-4BD7-3E118A0FF0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5" name="Graphic 1084" descr="Transfer with solid fill">
                    <a:extLst>
                      <a:ext uri="{FF2B5EF4-FFF2-40B4-BE49-F238E27FC236}">
                        <a16:creationId xmlns:a16="http://schemas.microsoft.com/office/drawing/2014/main" id="{26766040-9ABE-1B02-B533-157544F116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5" name="Group 1074">
                  <a:extLst>
                    <a:ext uri="{FF2B5EF4-FFF2-40B4-BE49-F238E27FC236}">
                      <a16:creationId xmlns:a16="http://schemas.microsoft.com/office/drawing/2014/main" id="{1B026CB1-2C5E-245E-1424-BA6ED731AFA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1077" name="Oval 1076">
                    <a:extLst>
                      <a:ext uri="{FF2B5EF4-FFF2-40B4-BE49-F238E27FC236}">
                        <a16:creationId xmlns:a16="http://schemas.microsoft.com/office/drawing/2014/main" id="{A51ABAAD-131F-6123-9F12-1811DD0DEC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82" name="Graphic 1081" descr="Route (Two Pins With A Path) with solid fill">
                    <a:extLst>
                      <a:ext uri="{FF2B5EF4-FFF2-40B4-BE49-F238E27FC236}">
                        <a16:creationId xmlns:a16="http://schemas.microsoft.com/office/drawing/2014/main" id="{B053C69C-2E84-F156-139A-06DCFB0076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1157F7-7702-407D-F070-329657A25755}"/>
                </a:ext>
              </a:extLst>
            </p:cNvPr>
            <p:cNvSpPr txBox="1"/>
            <p:nvPr/>
          </p:nvSpPr>
          <p:spPr>
            <a:xfrm>
              <a:off x="5106326" y="1586087"/>
              <a:ext cx="2286695" cy="5016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20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Planner</a:t>
              </a: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68E2E684-196E-DD94-E5F5-3545D05AC01A}"/>
              </a:ext>
            </a:extLst>
          </p:cNvPr>
          <p:cNvGrpSpPr/>
          <p:nvPr/>
        </p:nvGrpSpPr>
        <p:grpSpPr>
          <a:xfrm>
            <a:off x="184502" y="4044150"/>
            <a:ext cx="3261971" cy="2357812"/>
            <a:chOff x="184502" y="4044150"/>
            <a:chExt cx="3261971" cy="2357812"/>
          </a:xfrm>
        </p:grpSpPr>
        <p:sp>
          <p:nvSpPr>
            <p:cNvPr id="1141" name="TextBox 1140">
              <a:extLst>
                <a:ext uri="{FF2B5EF4-FFF2-40B4-BE49-F238E27FC236}">
                  <a16:creationId xmlns:a16="http://schemas.microsoft.com/office/drawing/2014/main" id="{AB25F6A2-EC75-FDA9-A53E-476F47436FEE}"/>
                </a:ext>
              </a:extLst>
            </p:cNvPr>
            <p:cNvSpPr txBox="1"/>
            <p:nvPr/>
          </p:nvSpPr>
          <p:spPr>
            <a:xfrm>
              <a:off x="184502" y="4933480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Yao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77907A28-0134-1E99-DF33-C9DA10783EA2}"/>
                </a:ext>
              </a:extLst>
            </p:cNvPr>
            <p:cNvSpPr txBox="1"/>
            <p:nvPr/>
          </p:nvSpPr>
          <p:spPr>
            <a:xfrm>
              <a:off x="204071" y="5534285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Zhou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ICML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2024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429A0239-45D9-3032-F5C3-83C9816BDF94}"/>
                </a:ext>
              </a:extLst>
            </p:cNvPr>
            <p:cNvSpPr txBox="1"/>
            <p:nvPr/>
          </p:nvSpPr>
          <p:spPr>
            <a:xfrm>
              <a:off x="201901" y="5808097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Sel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ICML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2024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44" name="TextBox 1143">
              <a:extLst>
                <a:ext uri="{FF2B5EF4-FFF2-40B4-BE49-F238E27FC236}">
                  <a16:creationId xmlns:a16="http://schemas.microsoft.com/office/drawing/2014/main" id="{93504757-EEF8-731D-105E-FA5B7F1CC6EE}"/>
                </a:ext>
              </a:extLst>
            </p:cNvPr>
            <p:cNvSpPr txBox="1"/>
            <p:nvPr/>
          </p:nvSpPr>
          <p:spPr>
            <a:xfrm>
              <a:off x="194092" y="6063408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Besta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AAAI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2024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7D1EF62C-6760-DDB3-086E-9E15534F41CB}"/>
                </a:ext>
              </a:extLst>
            </p:cNvPr>
            <p:cNvSpPr txBox="1"/>
            <p:nvPr/>
          </p:nvSpPr>
          <p:spPr>
            <a:xfrm>
              <a:off x="194092" y="4044150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Yao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ICLR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D800B6AE-10DD-CBF8-B63E-5789D330508F}"/>
                </a:ext>
              </a:extLst>
            </p:cNvPr>
            <p:cNvSpPr txBox="1"/>
            <p:nvPr/>
          </p:nvSpPr>
          <p:spPr>
            <a:xfrm>
              <a:off x="201901" y="4331750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Xu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Arxiv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9591D618-3E31-111F-DE7B-170E753F758C}"/>
                </a:ext>
              </a:extLst>
            </p:cNvPr>
            <p:cNvSpPr txBox="1"/>
            <p:nvPr/>
          </p:nvSpPr>
          <p:spPr>
            <a:xfrm>
              <a:off x="189407" y="4628712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Hao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EMNLP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3CCD7112-8F3E-A372-16EF-C6862E5021A1}"/>
                </a:ext>
              </a:extLst>
            </p:cNvPr>
            <p:cNvSpPr txBox="1"/>
            <p:nvPr/>
          </p:nvSpPr>
          <p:spPr>
            <a:xfrm>
              <a:off x="199146" y="5225549"/>
              <a:ext cx="324240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Shinn 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et al. 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i="0" dirty="0">
                  <a:solidFill>
                    <a:schemeClr val="accent1">
                      <a:lumMod val="75000"/>
                    </a:schemeClr>
                  </a:solidFill>
                  <a:effectLst/>
                </a:rPr>
                <a:t> 2023</a:t>
              </a:r>
              <a:endParaRPr lang="en-U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876B30-F556-F5B7-57C9-B4C27E5C19E6}"/>
              </a:ext>
            </a:extLst>
          </p:cNvPr>
          <p:cNvSpPr txBox="1"/>
          <p:nvPr/>
        </p:nvSpPr>
        <p:spPr>
          <a:xfrm>
            <a:off x="1248760" y="2020075"/>
            <a:ext cx="377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Previous lecture by Augusto Corrêa</a:t>
            </a:r>
          </a:p>
        </p:txBody>
      </p:sp>
    </p:spTree>
    <p:extLst>
      <p:ext uri="{BB962C8B-B14F-4D97-AF65-F5344CB8AC3E}">
        <p14:creationId xmlns:p14="http://schemas.microsoft.com/office/powerpoint/2010/main" val="88683778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E005-051A-6D74-AE70-BEF7A312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CC664292-32BB-0437-31A3-124007755D77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92C256E6-86D8-EBEA-C23B-A61094BEEF9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77424A7-52E0-4441-9DA6-14102FDB7E6F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C7606B9-84AD-9B21-986F-A3FEEC22BA08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11BDB525-B8BB-F40B-AEC4-721E09B498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9FE5D4DD-5018-A7B8-61DD-98DEE9C90181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2C6AFD3C-7116-8F2A-9612-73FC08B5016E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EE89225B-3212-D2EB-2731-D23F5C1DBB20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020DA36F-2D09-7783-44B1-A33C7101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0A33CF-E973-71E4-3DCC-B04778B49590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B579D6-63FD-4FDB-0B45-A7B2C306F5F3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FE1FEFE6-3933-3B45-8E0A-1B9427ECAFE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05DC07E7-7630-27E5-0A2B-8F03BB0F131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7062A952-C5C7-40CA-D98A-E60282E1BB6F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2F1E2709-C09B-2128-ABAB-D8F7404B599B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6D79B303-C413-A718-BE64-BC06DB14D025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3B37CE7B-5E11-1BE2-DC89-D7AA6A187985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DA9C9D08-9EE0-BDAB-A83C-7623FDB87292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E44FC44E-2FC4-61FB-C219-F4F3B742BF6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91244AD2-BED0-A3BC-ABD8-E64D36B1C104}"/>
                    </a:ext>
                  </a:extLst>
                </p:cNvPr>
                <p:cNvSpPr txBox="1"/>
                <p:nvPr/>
              </p:nvSpPr>
              <p:spPr>
                <a:xfrm>
                  <a:off x="5261722" y="2124761"/>
                  <a:ext cx="2933981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sym typeface="IBM Plex Sans Light"/>
                    </a:rPr>
                    <a:t>LLM as search components (World Models)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ED99D3B2-D32C-CA43-6FB1-A6E73F37897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E93547D6-99B8-D97D-AD88-159FD2187BCD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DE52B3F0-1968-CDD2-4BAB-3183AF882DF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02E3BE26-3E5A-8DC7-8174-07709D9AC5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B4664B8B-0F89-4A85-1ABD-6711978B1C6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412CB019-4F17-20FF-88F9-B144829CD7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4090D5B4-6C5C-04A8-C314-624543AE4C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0EFE0C32-D544-2CD2-955E-46A220A1B26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3215E453-DD34-D3ED-3577-1F386BD1A0A6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7B95EB0D-5DBB-2890-7862-4883FD47F61B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3EC1F1A8-872F-9ECE-64C4-7284EEA85120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B7B14B29-90C5-8BB5-86BA-BED12D7137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7FC63762-9F28-E207-FB9A-C1B7912C7CC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0126F02C-3642-31AA-53D4-4DCAA9ECEF7E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653FBE84-FCCD-438F-FC4C-2693C448ED0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CE35D99B-05CF-842A-0DCC-A15500307C4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5D08D2E7-506F-E6BC-EA4E-DA678AE366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A083D067-6364-898D-0071-ED79E41F18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56AC0DF9-BF21-9CB0-6155-3BAB24C031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8B01799-A2BE-0021-E9D9-844F33672CE1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629BEF03-140D-38A4-91DC-766FB7C8F9D9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40FD2FC5-7012-AAA3-7C05-2E1D7967E005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DEAD82A2-61F1-46D7-ABC9-9ED1C6D4111F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6B1F1014-8562-97F0-084E-5D2BBD472BCE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1EB693FB-8654-7FBA-DBEB-622441D5CA77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34F4E7F6-E78E-24DE-E340-684B906BBFD1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AF07ED2D-2C54-2A56-2ADF-F29223D27AAB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3DECB9EE-E096-174D-64A7-62B9D439ED1B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610317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ECDA-CE94-392D-B2B8-08A31D25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79992D9C-B2EB-87D2-4161-71D339BDE219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B010EFEE-3CA7-CB14-B6F4-816B435E252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CCBB5827-0420-0D61-773A-06281751A204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15FEA61-85D0-FECF-A380-A2F047719980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F08DC91-C6DA-572D-9FC4-2374A0BFDEDD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780E40C6-5D52-8908-3880-F9EF107189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8E6B2751-C16A-B59A-3713-C560EEAF41ED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86BA8DC-57BB-0699-379C-17C1577CB0FC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E10FFAA7-EC82-4615-27EB-D6F6BB7BE777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AC1BAC6A-82FC-2C2F-95FB-B2E6D50AE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5202A6-1107-B392-70CC-243CBE6678D8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FA414FA-CDEB-BE4F-E0E4-FD75BA1AC4D4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3ECD0831-2555-54C4-E354-968D9F943C0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9122BFEB-03B4-7F30-DE30-516ED6B7287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EA11B88A-AD9C-EA13-462C-249ECFD54432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8D619D44-E0AE-3516-1771-77726F6B495F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AB13B220-DC13-8FD7-95EF-3C0F329876B4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8033D5FC-1DDE-508E-9867-4B591080197C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35C8BFDB-4C1F-4EF9-4DCC-1462F5D7B1F1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932396D6-92DF-EB2C-0F03-2F59699466B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718A38FA-76A6-94D1-CB43-F1E725709C66}"/>
                    </a:ext>
                  </a:extLst>
                </p:cNvPr>
                <p:cNvSpPr txBox="1"/>
                <p:nvPr/>
              </p:nvSpPr>
              <p:spPr>
                <a:xfrm>
                  <a:off x="5261722" y="2124761"/>
                  <a:ext cx="2933981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sym typeface="IBM Plex Sans Light"/>
                    </a:rPr>
                    <a:t>LLM as search components (World Models)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46E68EEA-50FB-7EBF-7F03-91907AFD463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BB9BD937-92E6-8DEB-9D95-514C3A411B82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6B868A42-4576-DFA9-E510-6129D575082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8AE637A3-3D10-CF4A-881E-672DB4A33C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3EF7E555-DB1D-E082-53BC-B95735D73DB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D407B034-57F0-8941-15B7-B2FA2E2EDF4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10BB524C-EEEF-D519-99D3-B4415B4E34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631390D8-CBD7-74BD-2A13-4B45F322C5B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C2B495CF-5B01-3B03-6F99-D9ACEAC9EBF0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FBAA37CA-D7C8-E703-068C-3F3FBE4905EE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FA877210-6F31-6DF1-7A87-690ADBAE82B9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3157CC74-53AF-089F-ED0C-E472E70430A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FB6A5F0A-4111-2779-5049-F701E06C26B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8C6E453E-D117-90A4-32F4-00E5F1A59BFE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56A45038-3577-82E3-7707-F88F17A4AF4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77C28F11-92F5-61B3-17B6-3CA5D89EBDC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DB47FB23-5D0D-708D-E357-C55DCFF4663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60EA7510-6FAF-B52F-E89B-CAD67AF3A1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07D6A534-226C-1F31-79B4-9EE3484A28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C2420D7-4F5B-9CA1-0B6E-3AD4C2AC8DA1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5601B67D-D90C-8259-BCDC-B4338458C616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D78E0804-D473-3746-9996-289D8F1E4375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A79EB431-B91D-5B26-3613-3EBEF74DB006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7360030A-CC2A-2438-C234-B7CC9B0C4E10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F2F315B0-CBFA-4109-0E63-47B245F18046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6637F507-5425-58FE-59CE-0F1C925C7247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865EC3AF-E4A7-D4AD-F337-2E95E97E5104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5372DA1B-22D0-5D67-F69A-A0916951A43B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831A82E-6A74-2C29-F3F0-5F1D417C78A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58"/>
          <a:stretch>
            <a:fillRect/>
          </a:stretch>
        </p:blipFill>
        <p:spPr>
          <a:xfrm>
            <a:off x="1527357" y="3434512"/>
            <a:ext cx="6702434" cy="336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674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747D1-8189-9801-91F5-C0CA2355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9E3EAAD1-2802-55D1-F91C-9AB01E7488B8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F00099A8-FB4A-A864-B3C4-B1F6ABDDF6F5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65AECF6F-DFB6-66DA-D851-3FECD3779873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D6A3EA4-D712-344D-3DDD-6067F1205296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795792E-830D-0900-D35F-0E54344EAA0E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15B2A691-6FF7-CC37-19F9-F83AB833EC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A22F353F-8023-488E-2481-CC22BFEB919A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ED60D58B-F6E7-63E2-472C-70CA0F051199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8129E0C8-5CF1-C160-BA04-EEED11738405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3F2DB6F3-2115-79BB-5F9C-21EEC26D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EE1070-2694-7DFE-DDCA-8F43D4B0EB36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DF3A07F-48AF-2AFD-A4EA-AF4B1B0AC001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029ED462-0C23-EC3B-BC14-D1E62F01EFD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83DD21BB-CA38-AC9F-A6E3-3980B691474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F2959F6D-B156-CAB5-839F-91629D114A7A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6D7C1B93-0C44-B891-34C6-BB4598128E2E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68A769FC-9966-90AB-0E5A-76FA1AFCE4E8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78D4EE7C-6C2C-D7F0-BA96-E34CDCBA5BEE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ED180147-D933-2450-3842-40634DDF16B7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80200960-3ABC-52CE-EDDD-FA48E63C99F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E73AFE65-31D4-E3C5-315D-4594CE132352}"/>
                    </a:ext>
                  </a:extLst>
                </p:cNvPr>
                <p:cNvSpPr txBox="1"/>
                <p:nvPr/>
              </p:nvSpPr>
              <p:spPr>
                <a:xfrm>
                  <a:off x="5261722" y="2124761"/>
                  <a:ext cx="2933981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sym typeface="IBM Plex Sans Light"/>
                    </a:rPr>
                    <a:t>LLM as search components (World Models)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DDAABF07-C19C-0659-54E3-725B0157ACB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83B81A73-E0E3-C2D4-CFB1-7742B9A45AAC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BEDBD99A-907B-572D-5311-75C60F63493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D9406123-43AC-62CC-D9BD-13755A4A59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7525157C-E52A-A425-A2AF-DADF0C28FA9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DBA16173-973E-0A1B-1B18-9F26B034045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D6589796-8CA5-C7B8-BA91-DAD6430123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184FEB7E-D664-0D3B-6C61-4CC27E205EF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E7E6C798-8779-18F7-60C0-2B528507CFCC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4BD95AA7-DBB1-29B6-439D-E6242939E93E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A0F11186-4686-23A3-26BE-F6A98129C26B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372F1633-9188-1C66-2FE1-D049F5879BD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FF4AF15B-0933-B713-B77D-8F412060BA9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2DA14F79-D658-EB0E-0F8C-5646A9577B0E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6A194FD6-D696-AB5B-BD3F-3BD1C9FA7F0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454CA729-1F2F-D6C4-8050-8F46B20D8AC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2998ADFC-A5D3-CEAD-1C5A-FE6AD3A1CB9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2FF427C8-23E6-4435-69DB-4AE5D2362C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57886168-4E72-ED13-87F8-C279F72138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AFD97AEE-8742-FD50-5311-5410023BB56F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D6DECF58-F0A4-BC6F-413F-A0DA488728F7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A2694FFC-4168-04B1-D55E-F439C11BC0BE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0DDD05D3-0AB6-9325-5A3F-11BA2380AEC6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BEEC499B-1401-F131-3BCF-6F0DBAA93FE6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4A9B66F5-DF5C-81D1-D5D6-7F67314F2742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6687E962-A82B-671D-FAA0-0BA8D0A15C39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E62ED626-5C0C-E0D2-B211-EFF8FABCA649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DF76334-5E08-2388-84C9-6F872B5C0936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2DA7E3C-FC0F-9A33-E0C8-FB0A6272DDB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58"/>
          <a:stretch>
            <a:fillRect/>
          </a:stretch>
        </p:blipFill>
        <p:spPr>
          <a:xfrm>
            <a:off x="1527357" y="3434512"/>
            <a:ext cx="6702434" cy="336559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FD214CF-DDBA-0667-05F1-9FDCAE0E6182}"/>
              </a:ext>
            </a:extLst>
          </p:cNvPr>
          <p:cNvGrpSpPr/>
          <p:nvPr/>
        </p:nvGrpSpPr>
        <p:grpSpPr>
          <a:xfrm>
            <a:off x="2723862" y="3192386"/>
            <a:ext cx="1126708" cy="3187392"/>
            <a:chOff x="2723862" y="3192386"/>
            <a:chExt cx="1126708" cy="318739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AA588CC-9D16-7D29-3D3A-2AC768EB690F}"/>
                </a:ext>
              </a:extLst>
            </p:cNvPr>
            <p:cNvSpPr/>
            <p:nvPr/>
          </p:nvSpPr>
          <p:spPr>
            <a:xfrm>
              <a:off x="2878460" y="3852777"/>
              <a:ext cx="499570" cy="252700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8366F349-11B2-8E52-A720-D632E93EB5DA}"/>
                </a:ext>
              </a:extLst>
            </p:cNvPr>
            <p:cNvSpPr/>
            <p:nvPr/>
          </p:nvSpPr>
          <p:spPr>
            <a:xfrm>
              <a:off x="2723862" y="3192386"/>
              <a:ext cx="1126708" cy="563495"/>
            </a:xfrm>
            <a:prstGeom prst="wedgeRoundRectCallou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281B2B-B927-1AB9-B2C0-6D1E326C1DCD}"/>
                </a:ext>
              </a:extLst>
            </p:cNvPr>
            <p:cNvSpPr txBox="1"/>
            <p:nvPr/>
          </p:nvSpPr>
          <p:spPr>
            <a:xfrm>
              <a:off x="2808559" y="3296227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Ask LLM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8959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A851-2188-BD82-46C9-4BFF9C81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0DABBFA6-10C8-7C85-80A0-74D7CE189C7C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B6580FA3-1824-A0BA-C6FB-1AB1349C7706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C7240C68-2618-8036-D3F2-2B045DF259BA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1F578CB-2C92-0A81-AD5C-48FD4CCFBEF0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B057D85-E9EC-F22D-64DA-F2FEFE29247A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24C363C6-FB7E-A429-A08F-F54AE75806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72B22F43-2E6F-0919-4E12-F12F2C08702D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236382A-2306-9AA1-3FC8-DDDA11D7AB7E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83C4158A-E947-23FE-61F1-C9EBF9AE358B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D6CBBF2B-CBD1-0E11-D0C6-47B10F4C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9571C4-5C0F-1119-B1A8-004C06E27DB0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D5A4AE-6575-7C50-1B5B-E11F567768A4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4FF574EA-AECC-468C-B687-3B4163AC44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01932552-0F91-835E-33F6-C86ADE0486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04A5C54D-5D7D-FC37-8E50-E7D45FF4AB18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58CB08FE-9056-7D75-363C-2692A910EA41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558CBAA4-F91B-3287-28C0-1A89F6FD5CB1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90CD60B7-490B-3A96-A737-9556F4C8C076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874EA45E-5518-ACCF-04E2-3D602B899763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A07AB34D-3527-9C50-9B94-5FBED9ED4BD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D3C63B94-D46E-3602-F23D-2825F9B52445}"/>
                    </a:ext>
                  </a:extLst>
                </p:cNvPr>
                <p:cNvSpPr txBox="1"/>
                <p:nvPr/>
              </p:nvSpPr>
              <p:spPr>
                <a:xfrm>
                  <a:off x="5261722" y="2124761"/>
                  <a:ext cx="2933981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sym typeface="IBM Plex Sans Light"/>
                    </a:rPr>
                    <a:t>LLM as search components (World Models)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EA5D85F2-241F-980C-AA15-77FBC511BFA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E2997935-1F51-856E-7EE5-414C093245C6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D4A13D04-12DE-4F60-A6F3-9ECBA3FCB9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7061E088-2D5F-4A85-7AD1-6E220FDCBB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B6D3B400-B8AE-9BFB-D0DC-BD471E184C9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A98B3CEB-C1F1-993B-8444-88F7FE849E5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DE276C8E-3470-100A-28B8-4600EDCD97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A66EFB14-5975-F82E-7103-A40ADC47348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6E402A78-2195-FD52-2342-AC087D7F3A67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F2A6E555-D161-99CA-FA1B-37329E0A7FD0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63A090BC-E19A-D22E-82CB-B4DAAF054E40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82AE7DAC-3FA6-DB38-2C0A-FCAC060C3F5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771825CA-E744-7670-A58D-A47EC755FEB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412EDBF1-B02D-9B7F-CFFD-60B4E6E30B2A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80AE9207-6B35-B8CB-C6F7-EA5A9F2109C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10973024-6DC0-54B1-9519-F560F64D0AB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2A22F8F3-EE03-7A00-85A6-C90C87463F2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CE2E457E-5E15-351E-7041-DBE4184CA5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7C5823C9-72DE-96D0-27F5-C76D0A00B0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AB0D9C17-D2C1-95B5-68EA-1ABBCCC08203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D0B0A6AA-E83E-99A5-8F2A-275E7665BC5F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99C90798-CF82-207C-34F3-93089F75EB5D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456FB4F3-2BA4-B44B-9AF0-C728C5B9C624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682BA98B-AD6A-A3B8-01D1-03109684B15A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72E429DF-E38D-9E9C-D6FD-4485CF11E657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19A820E7-E875-9B62-1FD3-C59AE767ADE9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52A1E370-D261-6CF0-ABDD-7A3762A5AB75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FEFBF1AB-4D82-87BB-9383-205B16044E36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C9B3CEA-0705-0AB8-3F78-78649752BCF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58"/>
          <a:stretch>
            <a:fillRect/>
          </a:stretch>
        </p:blipFill>
        <p:spPr>
          <a:xfrm>
            <a:off x="1527357" y="3434512"/>
            <a:ext cx="6702434" cy="336559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8E9D3E6-BE7F-4EC9-B576-BDA3C2EB3F87}"/>
              </a:ext>
            </a:extLst>
          </p:cNvPr>
          <p:cNvGrpSpPr/>
          <p:nvPr/>
        </p:nvGrpSpPr>
        <p:grpSpPr>
          <a:xfrm>
            <a:off x="2723862" y="3192386"/>
            <a:ext cx="1126708" cy="3187392"/>
            <a:chOff x="2723862" y="3192386"/>
            <a:chExt cx="1126708" cy="318739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02B2014-5016-FF78-1C3B-B20AAD638AF5}"/>
                </a:ext>
              </a:extLst>
            </p:cNvPr>
            <p:cNvSpPr/>
            <p:nvPr/>
          </p:nvSpPr>
          <p:spPr>
            <a:xfrm>
              <a:off x="2878460" y="3852777"/>
              <a:ext cx="499570" cy="252700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6D3B0AC1-D8AE-6388-E20F-7C9031BBF636}"/>
                </a:ext>
              </a:extLst>
            </p:cNvPr>
            <p:cNvSpPr/>
            <p:nvPr/>
          </p:nvSpPr>
          <p:spPr>
            <a:xfrm>
              <a:off x="2723862" y="3192386"/>
              <a:ext cx="1126708" cy="563495"/>
            </a:xfrm>
            <a:prstGeom prst="wedgeRoundRectCallou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454A8B-8A19-C125-ABA3-08DD8A94623C}"/>
                </a:ext>
              </a:extLst>
            </p:cNvPr>
            <p:cNvSpPr txBox="1"/>
            <p:nvPr/>
          </p:nvSpPr>
          <p:spPr>
            <a:xfrm>
              <a:off x="2808559" y="3296227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Ask LLM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D122FE-7E8A-C039-9C4F-D74F6D66CA6B}"/>
              </a:ext>
            </a:extLst>
          </p:cNvPr>
          <p:cNvGrpSpPr/>
          <p:nvPr/>
        </p:nvGrpSpPr>
        <p:grpSpPr>
          <a:xfrm>
            <a:off x="4221134" y="3096232"/>
            <a:ext cx="3144794" cy="1219780"/>
            <a:chOff x="4221134" y="3096232"/>
            <a:chExt cx="3144794" cy="121978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456448A-0BD7-D753-DE27-7AD8E5575A41}"/>
                </a:ext>
              </a:extLst>
            </p:cNvPr>
            <p:cNvSpPr/>
            <p:nvPr/>
          </p:nvSpPr>
          <p:spPr>
            <a:xfrm rot="1412612">
              <a:off x="4221134" y="3767565"/>
              <a:ext cx="3144794" cy="548447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ounded Rectangular Callout 16">
              <a:extLst>
                <a:ext uri="{FF2B5EF4-FFF2-40B4-BE49-F238E27FC236}">
                  <a16:creationId xmlns:a16="http://schemas.microsoft.com/office/drawing/2014/main" id="{8EED97D5-4D43-AF42-9636-5F061650D6BE}"/>
                </a:ext>
              </a:extLst>
            </p:cNvPr>
            <p:cNvSpPr/>
            <p:nvPr/>
          </p:nvSpPr>
          <p:spPr>
            <a:xfrm>
              <a:off x="5658449" y="3096232"/>
              <a:ext cx="1126708" cy="563495"/>
            </a:xfrm>
            <a:prstGeom prst="wedgeRoundRectCallout">
              <a:avLst>
                <a:gd name="adj1" fmla="val -21766"/>
                <a:gd name="adj2" fmla="val 73691"/>
                <a:gd name="adj3" fmla="val 16667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8941F0-2DAA-F78C-3367-7CDCCBF8570A}"/>
                </a:ext>
              </a:extLst>
            </p:cNvPr>
            <p:cNvSpPr txBox="1"/>
            <p:nvPr/>
          </p:nvSpPr>
          <p:spPr>
            <a:xfrm>
              <a:off x="5663408" y="3182669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Ask LLM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787767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E90B-F9E2-B48A-4B4B-6C75166B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E7A83B26-3F74-308B-C148-151F4D854F36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D14BF285-C63A-C9F6-6679-8CC562E022B0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46F320F-FF9B-8F36-3460-9F3FD471B7F9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CDC61A9-E1B9-FBC2-AC2B-91F2F76C298C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3777701-7EFB-6C00-0986-791119166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C3E13AE8-F508-3915-68B5-C259EB9ED462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4845BA9-9FC6-0773-E46F-6483B3CDD4F6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6B558866-A851-6246-9A0B-5F5E5849D526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F9529855-2966-CEF8-6983-4BDCDDB6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6E8607-BE7A-9C78-BFA1-79CE5637A58B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9A2D33C-E7BF-9BFE-8ABC-9B15585ABA61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56CCF35C-5935-CC5F-A0FA-82EC0BA76B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7F4A3B54-6014-BCAE-63FD-3CB97F28DF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6F20BCF8-2EAB-A8ED-4F74-535112B5C2C7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DBFA44EA-121B-CD59-3EE7-DC7913FB5928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79109933-075F-EEAB-DAB5-E909E8A8B77C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99F8B058-9DF8-3B2D-9269-916EB707D09B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BBB6DC41-FE96-C6C3-3980-E581A2B67000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6A48EBB6-7F6A-01B4-BE11-04743D97A21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440912F0-D144-BD6C-1056-75943F195351}"/>
                    </a:ext>
                  </a:extLst>
                </p:cNvPr>
                <p:cNvSpPr txBox="1"/>
                <p:nvPr/>
              </p:nvSpPr>
              <p:spPr>
                <a:xfrm>
                  <a:off x="5723950" y="2124761"/>
                  <a:ext cx="2471753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LLM as search components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75D8EE21-8E39-FC70-E919-7844A64CABC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7C43D7DD-753F-7B33-C56B-45029F6264C0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DC93D12D-E732-2A90-3604-39CAE168682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A93CDA49-23F3-75F3-48AD-FC3F4A5042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2D6E80E6-B08C-534F-ACEE-876AC1F503C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79827E93-E57A-6A4D-16DF-799BB9CFA6E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99331881-3A42-09DE-10C4-891C73B5B9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5C235C8D-6B41-27F1-8416-A9E0A55A913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A74BA464-5E15-E5FF-E533-1BC0192AC9FF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273142D1-972F-9DD2-96C7-6A519FEBB2A8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86D7608A-0D3B-5DCE-F99E-E91B8C6A51E3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6FAA63DF-FD28-0BBD-A651-2A07E103A1F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C7FDF976-3DEC-E32E-CC00-0F46A8DF7E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0C270782-7A7C-6E36-2AEE-9B11A317835A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1E3AFCC8-3571-25D0-3D93-8A835FCDD7C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1C2325B1-8088-7423-8FE6-B94091CDE51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AF3F06AA-67C3-014F-0F74-0CBCC3F1C5D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1EA07CD6-AA26-8C74-EF39-682497B255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5C53D5A3-73F0-6C31-BB36-8129FD7DC6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7B21C16F-5532-4AD4-B22D-92DB5FCDC48D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6F73BCD0-7377-36BE-9D19-49AFD38CA399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7EFCAEDF-56F8-7B4A-37CF-502DB93E3079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60E82883-8860-C63D-BF43-209130923548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9D14EC2B-B268-55F5-8F83-3E3410B6B7CA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1163FA5B-CB0B-2E2F-FBB0-FBC93D5E1E64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37C3C034-B034-FC28-28AD-4FAF5E058D0D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FBF4D3BB-1D0A-B235-0DB9-166E737DEA55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FF111B24-37A4-D0BF-D4B6-D359C13598D1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2CF174F-F84F-92DF-C2D4-8AE9A85307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866" y="3505736"/>
            <a:ext cx="9098026" cy="29180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A04364E-D9CA-B073-9988-2A7B249B1A3E}"/>
              </a:ext>
            </a:extLst>
          </p:cNvPr>
          <p:cNvSpPr txBox="1"/>
          <p:nvPr/>
        </p:nvSpPr>
        <p:spPr>
          <a:xfrm>
            <a:off x="453125" y="6288570"/>
            <a:ext cx="8629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From: Yao et. al., </a:t>
            </a:r>
            <a:r>
              <a:rPr lang="en-US" sz="1400" dirty="0" err="1"/>
              <a:t>NeurIPS</a:t>
            </a:r>
            <a:r>
              <a:rPr lang="en-US" sz="1400" dirty="0"/>
              <a:t> 2023, Tree of Thoughts: Deliberate Problem Solving with Large Language Models </a:t>
            </a:r>
          </a:p>
        </p:txBody>
      </p:sp>
    </p:spTree>
    <p:extLst>
      <p:ext uri="{BB962C8B-B14F-4D97-AF65-F5344CB8AC3E}">
        <p14:creationId xmlns:p14="http://schemas.microsoft.com/office/powerpoint/2010/main" val="200130042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CC8F-79EA-CBCE-8EB9-146ED36E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75C0E72C-FC4D-2A97-8EE3-1B62F07DDE3E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798E7D05-E197-AD73-D524-F37EB2DAFC63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9506D81-679E-1446-8874-A3A30E098845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ECABB41-682C-1117-186B-D77C96942750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7C241278-EFD8-22ED-A911-A80570B387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0D3CC184-E298-2FC2-A316-C967657C6780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CDA9D6CF-1AFA-C4AC-A74D-CCEC5E38AFE6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2F410E52-1773-C99B-D0C2-3B9C5875BFE5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8B0504D7-4772-FC96-E19F-AB165148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8C886A-7D15-6957-B125-0961288713A6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248A8B9-E6FB-A841-ACAF-DCD1540AD1FC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6F7D52A7-78D3-4162-4AF2-5A12CDABE48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ED562C06-0A7D-7441-1D2F-ED3FBAB4542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D08C6431-9763-EB4E-5E12-9CA40421A14F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A06B4850-9744-62E5-EE1E-20CABBE54B95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74BC9D7E-99B5-C724-9054-AC1C8B7E8FF9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A2FEDD54-933D-D3DE-335E-5B936C9AC559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95BFEC70-EFF2-02A7-7FA5-F909F195564B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D4E60BBA-DC2F-C8EB-F72C-76B60DEA63B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5AF93368-D71D-9721-2066-DA55A1102BD3}"/>
                    </a:ext>
                  </a:extLst>
                </p:cNvPr>
                <p:cNvSpPr txBox="1"/>
                <p:nvPr/>
              </p:nvSpPr>
              <p:spPr>
                <a:xfrm>
                  <a:off x="5723950" y="2124761"/>
                  <a:ext cx="2471753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LLM as search components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8C97E15D-726D-AC4F-961E-811B76C0F54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A6510B8B-5801-B6E2-5655-B3C446CCA34C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EB608AD2-9024-16C7-A978-46B52A44DC2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9FC9FD48-E65D-3E1D-5310-C7FD36D9F6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A8EB4C1C-384F-B6CA-886A-9BB59B038BD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7071AD1A-45DA-F2E0-0161-B347F13FBFE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72501B68-0F7B-C146-8063-B1BB98C1C9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3E44188F-B147-A220-BCF1-D7EDAF40B06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C6122D3E-500F-CBC6-7EB5-6DC912C365C0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1D233653-E6F6-AED7-6A67-441B8FCD2933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A68AC890-05D5-55EF-04BC-38FD587982BB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6CA6A414-CFFE-325C-8BA4-EFB4C776A0D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8B2AA2AF-65E6-4C28-339B-5DB113B7E0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3A8D2CE8-8C10-1623-4609-0001240D105C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1F4CE7A4-FD92-DBE4-DC86-7F345C032D3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C2A09F5F-919E-2E12-ADB2-B268C62272E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9A659D5C-BC7A-F730-F062-753DE7B561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3D70BA08-0573-FC81-35EE-9BB32BF135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95E35E1F-9230-C36A-3DAB-C9BC0809DE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DC1C07D4-5E40-C351-FF20-60F1FAD7CBC9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10F502EB-EA0F-02EF-3D64-270E7B96647B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BEBEE310-9BB5-A9FC-DA73-C9B4B92EC63D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9B512E6D-F6E4-CC83-9E89-4B31B4683B89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9981C764-5B36-94BC-9F5D-1D4CB306866F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81682D1D-504B-2A98-5BF4-007FF3CCA733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8D0AFBCC-A66E-FB95-C6FC-2DF5B1D20AB0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7847362D-5113-D032-5856-B4422F601963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896A5C68-B3C8-B03D-1F2E-A7B31F33296A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502033D-0823-EA70-6078-977551B6B420}"/>
              </a:ext>
            </a:extLst>
          </p:cNvPr>
          <p:cNvGrpSpPr/>
          <p:nvPr/>
        </p:nvGrpSpPr>
        <p:grpSpPr>
          <a:xfrm>
            <a:off x="2475604" y="3318607"/>
            <a:ext cx="4605599" cy="3521297"/>
            <a:chOff x="7403754" y="3313578"/>
            <a:chExt cx="4735133" cy="35013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D51FF64-B742-9A2C-158E-62C108BFE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03754" y="3313578"/>
              <a:ext cx="4735133" cy="350133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2F0762-51DD-C3DE-AB8B-6061E685B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93582" y="3544411"/>
              <a:ext cx="636416" cy="62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87589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31BB-C85F-C83C-BF09-C00C25B1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54A05738-A801-D98F-AAED-FB009EBD4685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7CDBBE68-B6C7-1377-4974-B6FB3BE61496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1DFE698-EB68-0009-F745-7D35F73BB354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C73553C-6BE0-E56F-273B-CBA991A03072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B96DB70-4229-E293-9BA7-B5200D556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0997E166-96E9-23C2-B1AF-F3B4FAA92F26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434907EF-3DEF-2A2F-F0AE-3A3B56D1341F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2EE74168-2E2B-40B4-6D3D-681EF477D6FE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4280C180-79B2-21D7-9FCC-AD9B78D5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153427" cy="523220"/>
          </a:xfrm>
        </p:spPr>
        <p:txBody>
          <a:bodyPr>
            <a:noAutofit/>
          </a:bodyPr>
          <a:lstStyle/>
          <a:p>
            <a:r>
              <a:rPr lang="en-US" sz="4400" dirty="0"/>
              <a:t>LLM as a World Model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80948C-3D91-CB0C-1479-F1449438D847}"/>
              </a:ext>
            </a:extLst>
          </p:cNvPr>
          <p:cNvGrpSpPr/>
          <p:nvPr/>
        </p:nvGrpSpPr>
        <p:grpSpPr>
          <a:xfrm>
            <a:off x="184502" y="817487"/>
            <a:ext cx="9598590" cy="2357812"/>
            <a:chOff x="184502" y="4044150"/>
            <a:chExt cx="9598590" cy="23578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CBEC49E-9BD4-B366-64BA-463544785098}"/>
                </a:ext>
              </a:extLst>
            </p:cNvPr>
            <p:cNvGrpSpPr/>
            <p:nvPr/>
          </p:nvGrpSpPr>
          <p:grpSpPr>
            <a:xfrm>
              <a:off x="8470238" y="4638689"/>
              <a:ext cx="1312854" cy="1142543"/>
              <a:chOff x="8470238" y="4638689"/>
              <a:chExt cx="1312854" cy="1142543"/>
            </a:xfrm>
          </p:grpSpPr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9330255A-0E30-AA44-8B33-F33CB640B7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8536959" y="5777245"/>
                <a:ext cx="1246133" cy="398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4" name="Straight Connector 1113">
                <a:extLst>
                  <a:ext uri="{FF2B5EF4-FFF2-40B4-BE49-F238E27FC236}">
                    <a16:creationId xmlns:a16="http://schemas.microsoft.com/office/drawing/2014/main" id="{9C99D1A5-7458-BFBD-D377-73DEDBB2425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470238" y="4954882"/>
                <a:ext cx="1272113" cy="16053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E8A4F49D-76B4-D290-DDE7-B6738B226240}"/>
                  </a:ext>
                </a:extLst>
              </p:cNvPr>
              <p:cNvSpPr txBox="1"/>
              <p:nvPr/>
            </p:nvSpPr>
            <p:spPr>
              <a:xfrm>
                <a:off x="8549341" y="5416492"/>
                <a:ext cx="11592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Action/plan</a:t>
                </a:r>
              </a:p>
            </p:txBody>
          </p:sp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DA0D8916-9195-5A96-5018-78B7899A786D}"/>
                  </a:ext>
                </a:extLst>
              </p:cNvPr>
              <p:cNvSpPr txBox="1"/>
              <p:nvPr/>
            </p:nvSpPr>
            <p:spPr>
              <a:xfrm>
                <a:off x="8528118" y="4638689"/>
                <a:ext cx="1201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Observation</a:t>
                </a:r>
              </a:p>
            </p:txBody>
          </p:sp>
        </p:grpSp>
        <p:grpSp>
          <p:nvGrpSpPr>
            <p:cNvPr id="1161" name="Group 1160">
              <a:extLst>
                <a:ext uri="{FF2B5EF4-FFF2-40B4-BE49-F238E27FC236}">
                  <a16:creationId xmlns:a16="http://schemas.microsoft.com/office/drawing/2014/main" id="{19112DFD-D937-4762-E202-87518FB7C19F}"/>
                </a:ext>
              </a:extLst>
            </p:cNvPr>
            <p:cNvGrpSpPr/>
            <p:nvPr/>
          </p:nvGrpSpPr>
          <p:grpSpPr>
            <a:xfrm>
              <a:off x="2442299" y="4144587"/>
              <a:ext cx="6017276" cy="2215587"/>
              <a:chOff x="5097517" y="2113263"/>
              <a:chExt cx="3384020" cy="1187560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6F61A2E9-CAC4-7D3A-4EC8-6E37C95B34B1}"/>
                  </a:ext>
                </a:extLst>
              </p:cNvPr>
              <p:cNvGrpSpPr/>
              <p:nvPr/>
            </p:nvGrpSpPr>
            <p:grpSpPr>
              <a:xfrm>
                <a:off x="5097517" y="2113263"/>
                <a:ext cx="3384020" cy="1125790"/>
                <a:chOff x="5097517" y="2113263"/>
                <a:chExt cx="3384020" cy="1125790"/>
              </a:xfrm>
            </p:grpSpPr>
            <p:sp>
              <p:nvSpPr>
                <p:cNvPr id="1076" name="Rounded Rectangle 1075">
                  <a:extLst>
                    <a:ext uri="{FF2B5EF4-FFF2-40B4-BE49-F238E27FC236}">
                      <a16:creationId xmlns:a16="http://schemas.microsoft.com/office/drawing/2014/main" id="{E8C6B6F8-83AD-DF68-F948-36CA086D2193}"/>
                    </a:ext>
                  </a:extLst>
                </p:cNvPr>
                <p:cNvSpPr/>
                <p:nvPr/>
              </p:nvSpPr>
              <p:spPr>
                <a:xfrm>
                  <a:off x="5097517" y="2113263"/>
                  <a:ext cx="3384020" cy="1125790"/>
                </a:xfrm>
                <a:prstGeom prst="roundRect">
                  <a:avLst/>
                </a:prstGeom>
                <a:solidFill>
                  <a:schemeClr val="accent1">
                    <a:alpha val="43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78" name="Straight Connector 1077">
                  <a:extLst>
                    <a:ext uri="{FF2B5EF4-FFF2-40B4-BE49-F238E27FC236}">
                      <a16:creationId xmlns:a16="http://schemas.microsoft.com/office/drawing/2014/main" id="{4121502C-9765-515B-E3AB-96B6A979306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325710" y="2547416"/>
                  <a:ext cx="113697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10F6A2CE-F969-6A0E-ED0E-08E854AA814C}"/>
                    </a:ext>
                  </a:extLst>
                </p:cNvPr>
                <p:cNvSpPr txBox="1"/>
                <p:nvPr/>
              </p:nvSpPr>
              <p:spPr>
                <a:xfrm>
                  <a:off x="5723950" y="2124761"/>
                  <a:ext cx="2471753" cy="27822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LLM as search components</a:t>
                  </a:r>
                </a:p>
              </p:txBody>
            </p:sp>
            <p:cxnSp>
              <p:nvCxnSpPr>
                <p:cNvPr id="1081" name="Straight Connector 1080">
                  <a:extLst>
                    <a:ext uri="{FF2B5EF4-FFF2-40B4-BE49-F238E27FC236}">
                      <a16:creationId xmlns:a16="http://schemas.microsoft.com/office/drawing/2014/main" id="{8D023E8C-EB0F-F28B-3C02-9CA84ECA7F3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306320" y="2996526"/>
                  <a:ext cx="314417" cy="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092BC6F8-06F9-CD95-1F8B-F9607C570375}"/>
                    </a:ext>
                  </a:extLst>
                </p:cNvPr>
                <p:cNvGrpSpPr/>
                <p:nvPr/>
              </p:nvGrpSpPr>
              <p:grpSpPr>
                <a:xfrm>
                  <a:off x="7658078" y="2825526"/>
                  <a:ext cx="773317" cy="381910"/>
                  <a:chOff x="7498472" y="1277142"/>
                  <a:chExt cx="773317" cy="381910"/>
                </a:xfrm>
              </p:grpSpPr>
              <p:grpSp>
                <p:nvGrpSpPr>
                  <p:cNvPr id="1054" name="Group 1053">
                    <a:extLst>
                      <a:ext uri="{FF2B5EF4-FFF2-40B4-BE49-F238E27FC236}">
                        <a16:creationId xmlns:a16="http://schemas.microsoft.com/office/drawing/2014/main" id="{16E6BD0E-6971-C6D8-DC69-5287233BB19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890839" y="1277142"/>
                    <a:ext cx="380950" cy="380433"/>
                    <a:chOff x="3293553" y="4938168"/>
                    <a:chExt cx="845421" cy="845419"/>
                  </a:xfrm>
                </p:grpSpPr>
                <p:sp>
                  <p:nvSpPr>
                    <p:cNvPr id="1066" name="Oval 1065">
                      <a:extLst>
                        <a:ext uri="{FF2B5EF4-FFF2-40B4-BE49-F238E27FC236}">
                          <a16:creationId xmlns:a16="http://schemas.microsoft.com/office/drawing/2014/main" id="{8B9C1310-60D3-1053-2398-5FCF54823C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3293553" y="4938168"/>
                      <a:ext cx="845421" cy="8454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67" name="Graphic 1066" descr="Transfer with solid fill">
                      <a:extLst>
                        <a:ext uri="{FF2B5EF4-FFF2-40B4-BE49-F238E27FC236}">
                          <a16:creationId xmlns:a16="http://schemas.microsoft.com/office/drawing/2014/main" id="{79159B8A-E0A5-229F-10BA-ABDBB039F77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15976" y="5157680"/>
                      <a:ext cx="457140" cy="45714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055" name="Group 1054">
                    <a:extLst>
                      <a:ext uri="{FF2B5EF4-FFF2-40B4-BE49-F238E27FC236}">
                        <a16:creationId xmlns:a16="http://schemas.microsoft.com/office/drawing/2014/main" id="{E9444DC9-5969-71DF-92BB-525D9113A90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7498472" y="1281450"/>
                    <a:ext cx="380292" cy="377602"/>
                    <a:chOff x="1429103" y="4084579"/>
                    <a:chExt cx="842519" cy="842520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876F7BEA-CBCC-FC90-FB2C-4B65D75921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1429103" y="4084579"/>
                      <a:ext cx="842519" cy="84252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solidFill>
                        <a:schemeClr val="tx1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057" name="Graphic 1056" descr="Route (Two Pins With A Path) with solid fill">
                      <a:extLst>
                        <a:ext uri="{FF2B5EF4-FFF2-40B4-BE49-F238E27FC236}">
                          <a16:creationId xmlns:a16="http://schemas.microsoft.com/office/drawing/2014/main" id="{F497AFC1-754C-22D6-1D56-EE21D553A7E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606970" y="4288688"/>
                      <a:ext cx="457141" cy="45714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58" name="Group 1157">
                <a:extLst>
                  <a:ext uri="{FF2B5EF4-FFF2-40B4-BE49-F238E27FC236}">
                    <a16:creationId xmlns:a16="http://schemas.microsoft.com/office/drawing/2014/main" id="{4CC32010-6399-6876-A1DE-F317DC764745}"/>
                  </a:ext>
                </a:extLst>
              </p:cNvPr>
              <p:cNvGrpSpPr/>
              <p:nvPr/>
            </p:nvGrpSpPr>
            <p:grpSpPr>
              <a:xfrm>
                <a:off x="5261722" y="2357028"/>
                <a:ext cx="2185673" cy="943795"/>
                <a:chOff x="5051516" y="2357028"/>
                <a:chExt cx="2185673" cy="943795"/>
              </a:xfrm>
            </p:grpSpPr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9FA249A5-1A22-7CD7-DE89-7634D0432F1B}"/>
                    </a:ext>
                  </a:extLst>
                </p:cNvPr>
                <p:cNvGrpSpPr/>
                <p:nvPr/>
              </p:nvGrpSpPr>
              <p:grpSpPr>
                <a:xfrm>
                  <a:off x="5051516" y="2357028"/>
                  <a:ext cx="2185673" cy="943795"/>
                  <a:chOff x="5828462" y="4160597"/>
                  <a:chExt cx="909706" cy="943795"/>
                </a:xfrm>
              </p:grpSpPr>
              <p:grpSp>
                <p:nvGrpSpPr>
                  <p:cNvPr id="1100" name="Group 1099">
                    <a:extLst>
                      <a:ext uri="{FF2B5EF4-FFF2-40B4-BE49-F238E27FC236}">
                        <a16:creationId xmlns:a16="http://schemas.microsoft.com/office/drawing/2014/main" id="{2A0F86CC-6972-C5B3-5E38-E6335202B51D}"/>
                      </a:ext>
                    </a:extLst>
                  </p:cNvPr>
                  <p:cNvGrpSpPr/>
                  <p:nvPr/>
                </p:nvGrpSpPr>
                <p:grpSpPr>
                  <a:xfrm>
                    <a:off x="5828462" y="4160597"/>
                    <a:ext cx="849836" cy="844571"/>
                    <a:chOff x="9965557" y="888108"/>
                    <a:chExt cx="849836" cy="844571"/>
                  </a:xfrm>
                </p:grpSpPr>
                <p:sp>
                  <p:nvSpPr>
                    <p:cNvPr id="1102" name="Rectangle 1101">
                      <a:extLst>
                        <a:ext uri="{FF2B5EF4-FFF2-40B4-BE49-F238E27FC236}">
                          <a16:creationId xmlns:a16="http://schemas.microsoft.com/office/drawing/2014/main" id="{4EEF81B5-0089-0543-4F17-FF26076D1B5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65557" y="888108"/>
                      <a:ext cx="849836" cy="844571"/>
                    </a:xfrm>
                    <a:prstGeom prst="rect">
                      <a:avLst/>
                    </a:prstGeom>
                    <a:solidFill>
                      <a:srgbClr val="FFF1F1"/>
                    </a:solidFill>
                    <a:ln w="19050">
                      <a:solidFill>
                        <a:srgbClr val="FA4D56"/>
                      </a:solidFill>
                      <a:headEnd type="none" w="med" len="med"/>
                      <a:tailEnd type="none" w="med" len="med"/>
                    </a:ln>
                    <a:effectLst/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45714" tIns="45714" rIns="45714" bIns="45714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45710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pic>
                  <p:nvPicPr>
                    <p:cNvPr id="1104" name="Graphic 1103" descr="Search Inventory with solid fill">
                      <a:extLst>
                        <a:ext uri="{FF2B5EF4-FFF2-40B4-BE49-F238E27FC236}">
                          <a16:creationId xmlns:a16="http://schemas.microsoft.com/office/drawing/2014/main" id="{A5E50D06-D56D-6692-E107-6DF78AD36E4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402199" y="912563"/>
                      <a:ext cx="380734" cy="636289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01" name="TextBox 1100">
                    <a:extLst>
                      <a:ext uri="{FF2B5EF4-FFF2-40B4-BE49-F238E27FC236}">
                        <a16:creationId xmlns:a16="http://schemas.microsoft.com/office/drawing/2014/main" id="{9FD1DA54-3748-B9EE-311D-AA90EBC4A55A}"/>
                      </a:ext>
                    </a:extLst>
                  </p:cNvPr>
                  <p:cNvSpPr txBox="1"/>
                  <p:nvPr/>
                </p:nvSpPr>
                <p:spPr>
                  <a:xfrm>
                    <a:off x="6135913" y="4791193"/>
                    <a:ext cx="602255" cy="313199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 defTabSz="1218956">
                      <a:lnSpc>
                        <a:spcPct val="110000"/>
                      </a:lnSpc>
                      <a:buSzPct val="100000"/>
                    </a:pPr>
                    <a:r>
                      <a:rPr lang="en-US" sz="1600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Search algorithm</a:t>
                    </a:r>
                  </a:p>
                </p:txBody>
              </p:sp>
            </p:grpSp>
            <p:cxnSp>
              <p:nvCxnSpPr>
                <p:cNvPr id="1123" name="Straight Connector 1122">
                  <a:extLst>
                    <a:ext uri="{FF2B5EF4-FFF2-40B4-BE49-F238E27FC236}">
                      <a16:creationId xmlns:a16="http://schemas.microsoft.com/office/drawing/2014/main" id="{4E72D662-7B9E-01B3-8B55-4285F985217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679300" y="2542165"/>
                  <a:ext cx="57813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>
                  <a:extLst>
                    <a:ext uri="{FF2B5EF4-FFF2-40B4-BE49-F238E27FC236}">
                      <a16:creationId xmlns:a16="http://schemas.microsoft.com/office/drawing/2014/main" id="{E976439A-7C98-0E08-54DA-2A9AED22356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49267" y="2873675"/>
                  <a:ext cx="3830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BDF2C84D-BA38-69CC-5F26-E05BF03D4AB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132601" y="2494260"/>
                  <a:ext cx="561901" cy="563643"/>
                  <a:chOff x="2706216" y="2534577"/>
                  <a:chExt cx="939638" cy="1039482"/>
                </a:xfrm>
              </p:grpSpPr>
              <p:sp>
                <p:nvSpPr>
                  <p:cNvPr id="1125" name="Oval 1124">
                    <a:extLst>
                      <a:ext uri="{FF2B5EF4-FFF2-40B4-BE49-F238E27FC236}">
                        <a16:creationId xmlns:a16="http://schemas.microsoft.com/office/drawing/2014/main" id="{102D522B-7544-09DD-5817-0ED09875F2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2706216" y="2534577"/>
                    <a:ext cx="939638" cy="1039482"/>
                  </a:xfrm>
                  <a:prstGeom prst="ellipse">
                    <a:avLst/>
                  </a:prstGeom>
                  <a:solidFill>
                    <a:srgbClr val="FFD6E8"/>
                  </a:solidFill>
                  <a:ln w="19050">
                    <a:solidFill>
                      <a:srgbClr val="EE539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126" name="Picture 1125">
                    <a:extLst>
                      <a:ext uri="{FF2B5EF4-FFF2-40B4-BE49-F238E27FC236}">
                        <a16:creationId xmlns:a16="http://schemas.microsoft.com/office/drawing/2014/main" id="{B416A5C5-660B-0FB8-9BD1-4E7A91E748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903410" y="2809340"/>
                    <a:ext cx="620646" cy="620646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60F18C8B-F774-0BE2-F729-4D823E73E05B}"/>
                </a:ext>
              </a:extLst>
            </p:cNvPr>
            <p:cNvGrpSpPr/>
            <p:nvPr/>
          </p:nvGrpSpPr>
          <p:grpSpPr>
            <a:xfrm>
              <a:off x="184502" y="4044150"/>
              <a:ext cx="3261971" cy="2357812"/>
              <a:chOff x="184502" y="4044150"/>
              <a:chExt cx="3261971" cy="2357812"/>
            </a:xfrm>
          </p:grpSpPr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68753428-3779-8A2C-03AB-AB0DD17CC55E}"/>
                  </a:ext>
                </a:extLst>
              </p:cNvPr>
              <p:cNvSpPr txBox="1"/>
              <p:nvPr/>
            </p:nvSpPr>
            <p:spPr>
              <a:xfrm>
                <a:off x="184502" y="493348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F5914AFF-58FF-4F28-6171-E2EF029A2FE1}"/>
                  </a:ext>
                </a:extLst>
              </p:cNvPr>
              <p:cNvSpPr txBox="1"/>
              <p:nvPr/>
            </p:nvSpPr>
            <p:spPr>
              <a:xfrm>
                <a:off x="204071" y="5534285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Zhou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3" name="TextBox 1142">
                <a:extLst>
                  <a:ext uri="{FF2B5EF4-FFF2-40B4-BE49-F238E27FC236}">
                    <a16:creationId xmlns:a16="http://schemas.microsoft.com/office/drawing/2014/main" id="{A9FCC457-8A67-30D9-AC0B-D8F447238E9C}"/>
                  </a:ext>
                </a:extLst>
              </p:cNvPr>
              <p:cNvSpPr txBox="1"/>
              <p:nvPr/>
            </p:nvSpPr>
            <p:spPr>
              <a:xfrm>
                <a:off x="201901" y="5808097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Sel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ICML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4" name="TextBox 1143">
                <a:extLst>
                  <a:ext uri="{FF2B5EF4-FFF2-40B4-BE49-F238E27FC236}">
                    <a16:creationId xmlns:a16="http://schemas.microsoft.com/office/drawing/2014/main" id="{61346AFA-F223-AAFE-F389-76273FEE1146}"/>
                  </a:ext>
                </a:extLst>
              </p:cNvPr>
              <p:cNvSpPr txBox="1"/>
              <p:nvPr/>
            </p:nvSpPr>
            <p:spPr>
              <a:xfrm>
                <a:off x="194092" y="6063408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Besta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AAAI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2024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E9908181-023C-49E7-E4D4-D429B4B80BAB}"/>
                  </a:ext>
                </a:extLst>
              </p:cNvPr>
              <p:cNvSpPr txBox="1"/>
              <p:nvPr/>
            </p:nvSpPr>
            <p:spPr>
              <a:xfrm>
                <a:off x="194092" y="40441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Yao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ICLR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32482A7A-59C4-D8B6-7D5A-380104671CED}"/>
                  </a:ext>
                </a:extLst>
              </p:cNvPr>
              <p:cNvSpPr txBox="1"/>
              <p:nvPr/>
            </p:nvSpPr>
            <p:spPr>
              <a:xfrm>
                <a:off x="201901" y="4331750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Xu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Arxiv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087445E7-796D-426B-D23B-B543B95BAA45}"/>
                  </a:ext>
                </a:extLst>
              </p:cNvPr>
              <p:cNvSpPr txBox="1"/>
              <p:nvPr/>
            </p:nvSpPr>
            <p:spPr>
              <a:xfrm>
                <a:off x="189407" y="4628712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Hao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EMNLP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55B5300B-8BFC-8A6A-2BFE-6C6F49FC3C0D}"/>
                  </a:ext>
                </a:extLst>
              </p:cNvPr>
              <p:cNvSpPr txBox="1"/>
              <p:nvPr/>
            </p:nvSpPr>
            <p:spPr>
              <a:xfrm>
                <a:off x="199146" y="5225549"/>
                <a:ext cx="32424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Shinn 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et al. </a:t>
                </a: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NeurIPS</a:t>
                </a:r>
                <a:r>
                  <a:rPr lang="en-US" sz="1600" b="1" i="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2023</a:t>
                </a:r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804F374-F105-65BA-3B92-F832D6F33205}"/>
              </a:ext>
            </a:extLst>
          </p:cNvPr>
          <p:cNvSpPr txBox="1"/>
          <p:nvPr/>
        </p:nvSpPr>
        <p:spPr>
          <a:xfrm>
            <a:off x="453125" y="6288570"/>
            <a:ext cx="8629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From: Yao et. al., </a:t>
            </a:r>
            <a:r>
              <a:rPr lang="en-US" sz="1400" dirty="0" err="1"/>
              <a:t>NeurIPS</a:t>
            </a:r>
            <a:r>
              <a:rPr lang="en-US" sz="1400" dirty="0"/>
              <a:t> 2023, Tree of Thoughts: Deliberate Problem Solving with Large Language Models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805884-B990-6D75-F0F1-3C84553393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3961" y="3118970"/>
            <a:ext cx="4881325" cy="318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1960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331AB4C-5264-3BE7-1379-C2C94D9906AC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0485A6-9C31-3815-9C97-F74ACC368AAF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</p:spTree>
    <p:extLst>
      <p:ext uri="{BB962C8B-B14F-4D97-AF65-F5344CB8AC3E}">
        <p14:creationId xmlns:p14="http://schemas.microsoft.com/office/powerpoint/2010/main" val="128794604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67FA-331D-B3B3-EABA-F1130E89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B62FDD-D9B5-9554-CFFE-98112D0A96D0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AC260-BCFF-4462-C22E-C72A7CC463AA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0720DD-3E96-0904-B3D7-EE70E094300B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8029615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D771-22B4-A195-44E4-6449B040A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CEC9DD-81EB-333F-02EC-D51F4E9120F7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A4750-4D24-6CAC-FA02-442614CAA2E8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A9B227-44B1-EC36-EF1A-233FF7C2985B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82902F-8522-D978-7216-467A80A9876E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28900403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BBDF9-E693-A1ED-1E32-FB013E5A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6C12B6-EE26-07E9-EA49-0D8FC3DED6E1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B4A257-F6FC-DE38-5A0C-C01E293FDA31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758895-2D31-4582-11B2-BCF3E6D227CE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CBAA70-8EE6-7A72-1DAC-7D9E4E6AB7A5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80AE0C-59EF-64A9-C959-D9A6088403CA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25272721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2985-DF13-E978-49B4-DB6D3821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3EFB85-EC64-F899-D6C9-F9F0000375A4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8D3E11-C8C4-0A69-9F43-F6ACE6713456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E88AB4-E75B-8522-7C8D-5F15A938D01F}"/>
              </a:ext>
            </a:extLst>
          </p:cNvPr>
          <p:cNvSpPr txBox="1"/>
          <p:nvPr/>
        </p:nvSpPr>
        <p:spPr>
          <a:xfrm>
            <a:off x="3316010" y="1615923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D0C702-1E25-9FB7-2BB6-DA3B883D5E47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8AC4E4-F6B6-0278-9E3E-A7DF2238CA73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179CB6-9645-AA24-5138-18848A1B635B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345187500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D66B-7D16-0862-47A1-D696211D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FEA846-3C6B-19E1-54CD-4B3FAC901675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EDD2F5-7383-6761-B341-13EE48EB8706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0337E9-8F5D-E0A4-841C-D69A1DDED672}"/>
              </a:ext>
            </a:extLst>
          </p:cNvPr>
          <p:cNvSpPr txBox="1"/>
          <p:nvPr/>
        </p:nvSpPr>
        <p:spPr>
          <a:xfrm>
            <a:off x="3316010" y="1615923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FC1503-7936-A3E4-3859-CCCFD66D4E92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A64DA9-3B65-EACB-EF5E-E1DF2FE4BC4C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B4BE93-5833-D927-F03F-7D53BCA59BB3}"/>
              </a:ext>
            </a:extLst>
          </p:cNvPr>
          <p:cNvSpPr txBox="1"/>
          <p:nvPr/>
        </p:nvSpPr>
        <p:spPr>
          <a:xfrm>
            <a:off x="720661" y="2073131"/>
            <a:ext cx="1465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Optimal?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AE1BAE-256E-DBF2-9ABB-5063DCC8A9CA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34198547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7547-3439-12AB-B7E1-5D41EE8B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182E0B-D2DB-4E1B-3547-00A4DB4FB53D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57D3F3-AAA2-DAE8-F949-AF7AFA353D91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6F5D0-37D4-A6C5-14F8-B44751AB748D}"/>
              </a:ext>
            </a:extLst>
          </p:cNvPr>
          <p:cNvSpPr txBox="1"/>
          <p:nvPr/>
        </p:nvSpPr>
        <p:spPr>
          <a:xfrm>
            <a:off x="3316010" y="1615923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E8C26-07A5-48D3-CF53-805416B078E2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56BDE0-0128-DD9F-E710-CAB32EEA45D6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748733-005B-A5BF-9920-BCC8DF3E3237}"/>
              </a:ext>
            </a:extLst>
          </p:cNvPr>
          <p:cNvSpPr txBox="1"/>
          <p:nvPr/>
        </p:nvSpPr>
        <p:spPr>
          <a:xfrm>
            <a:off x="720661" y="2073131"/>
            <a:ext cx="1465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Optimal?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ADBB7B-FD25-71E7-D79A-0B5D33FA7174}"/>
              </a:ext>
            </a:extLst>
          </p:cNvPr>
          <p:cNvSpPr txBox="1"/>
          <p:nvPr/>
        </p:nvSpPr>
        <p:spPr>
          <a:xfrm>
            <a:off x="3316010" y="2075726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93509A-4465-8179-6D84-324FD04C69A7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12296020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1AA4-82F7-B25D-57D6-15FE7A85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25B712D-906D-5222-04CD-83801AB75463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860399-3386-80A1-1706-CD728DF43D8F}"/>
              </a:ext>
            </a:extLst>
          </p:cNvPr>
          <p:cNvSpPr txBox="1"/>
          <p:nvPr/>
        </p:nvSpPr>
        <p:spPr>
          <a:xfrm>
            <a:off x="720661" y="2530339"/>
            <a:ext cx="66456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Computational complexity?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Hard to measure. Most expensive operation is LLM call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Computational effort vs. state space portion explored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D8A68-FF94-AD14-8731-41DC0A1C5E53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753E00-408C-3E5B-E466-8EC2E428D549}"/>
              </a:ext>
            </a:extLst>
          </p:cNvPr>
          <p:cNvSpPr txBox="1"/>
          <p:nvPr/>
        </p:nvSpPr>
        <p:spPr>
          <a:xfrm>
            <a:off x="3316010" y="1615923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F6FBD5-5814-6901-75D7-E298B1BD767E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22497-9F27-0271-AA41-1FB9D43D11B5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A684E3-AADF-09C0-6380-45FF80F54ED7}"/>
              </a:ext>
            </a:extLst>
          </p:cNvPr>
          <p:cNvSpPr txBox="1"/>
          <p:nvPr/>
        </p:nvSpPr>
        <p:spPr>
          <a:xfrm>
            <a:off x="720661" y="2073131"/>
            <a:ext cx="1465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Optimal?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075F74-8F0E-84A1-2E51-7F5AC4A34B1E}"/>
              </a:ext>
            </a:extLst>
          </p:cNvPr>
          <p:cNvSpPr txBox="1"/>
          <p:nvPr/>
        </p:nvSpPr>
        <p:spPr>
          <a:xfrm>
            <a:off x="3316010" y="2075726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6A8D25-F691-5823-6101-E19EC619585E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219286895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52404-AA07-0882-54DC-8AB19CAB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6CDBF7-30F0-370A-843C-89D5AE33F250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29718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What are the properties of these algorithms?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1CBC43-A67C-FD8A-5E25-6647ECAA3A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4" r="4779" b="31576"/>
          <a:stretch>
            <a:fillRect/>
          </a:stretch>
        </p:blipFill>
        <p:spPr>
          <a:xfrm>
            <a:off x="4025636" y="3565624"/>
            <a:ext cx="8004578" cy="29639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C3DCAF-079B-DB5B-DE04-3AA61112AD4B}"/>
              </a:ext>
            </a:extLst>
          </p:cNvPr>
          <p:cNvSpPr txBox="1"/>
          <p:nvPr/>
        </p:nvSpPr>
        <p:spPr>
          <a:xfrm>
            <a:off x="4025636" y="6507132"/>
            <a:ext cx="8113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Katz et al, NeurIPS 2024, </a:t>
            </a:r>
            <a:r>
              <a:rPr lang="en-US" sz="1400" b="1" dirty="0"/>
              <a:t>Thought of Search: Planning with Language Models Through The Lens of Efficiency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E508B9-A78F-8429-0399-0599D8E7F93B}"/>
              </a:ext>
            </a:extLst>
          </p:cNvPr>
          <p:cNvSpPr txBox="1"/>
          <p:nvPr/>
        </p:nvSpPr>
        <p:spPr>
          <a:xfrm>
            <a:off x="720661" y="2530339"/>
            <a:ext cx="66456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Computational complexity?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Hard to measure. Most expensive operation is LLM call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Computational effort vs. state space portion explored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A62E38-2C7E-7478-5EB9-DD7E3EC1F0D1}"/>
              </a:ext>
            </a:extLst>
          </p:cNvPr>
          <p:cNvSpPr txBox="1"/>
          <p:nvPr/>
        </p:nvSpPr>
        <p:spPr>
          <a:xfrm>
            <a:off x="5642471" y="1158715"/>
            <a:ext cx="581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validator exists, we can make it sound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759823-D6BA-946F-B8E5-578F39873462}"/>
              </a:ext>
            </a:extLst>
          </p:cNvPr>
          <p:cNvSpPr txBox="1"/>
          <p:nvPr/>
        </p:nvSpPr>
        <p:spPr>
          <a:xfrm>
            <a:off x="3316010" y="1615923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2B486F-30FC-AB92-9A02-4023BE51FBF2}"/>
              </a:ext>
            </a:extLst>
          </p:cNvPr>
          <p:cNvSpPr txBox="1"/>
          <p:nvPr/>
        </p:nvSpPr>
        <p:spPr>
          <a:xfrm>
            <a:off x="720661" y="1158715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Sound?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A4BFB-311B-375D-A2A0-BF9D9572CA62}"/>
              </a:ext>
            </a:extLst>
          </p:cNvPr>
          <p:cNvSpPr txBox="1"/>
          <p:nvPr/>
        </p:nvSpPr>
        <p:spPr>
          <a:xfrm>
            <a:off x="701039" y="1615923"/>
            <a:ext cx="1611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Complete?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A646F0-5404-2F2E-84B7-A193FE59BB50}"/>
              </a:ext>
            </a:extLst>
          </p:cNvPr>
          <p:cNvSpPr txBox="1"/>
          <p:nvPr/>
        </p:nvSpPr>
        <p:spPr>
          <a:xfrm>
            <a:off x="720661" y="2073131"/>
            <a:ext cx="1465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Optimal?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DF827C-4618-067A-2043-F15EC4310F1A}"/>
              </a:ext>
            </a:extLst>
          </p:cNvPr>
          <p:cNvSpPr txBox="1"/>
          <p:nvPr/>
        </p:nvSpPr>
        <p:spPr>
          <a:xfrm>
            <a:off x="3316010" y="2075726"/>
            <a:ext cx="70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7556FF-4073-A3B9-618B-6687DF367965}"/>
              </a:ext>
            </a:extLst>
          </p:cNvPr>
          <p:cNvSpPr txBox="1"/>
          <p:nvPr/>
        </p:nvSpPr>
        <p:spPr>
          <a:xfrm flipH="1">
            <a:off x="3316010" y="1158899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328446480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358A-9CAB-FE24-6CA2-F95FD028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9A4F669-E64B-310C-14D2-D02B2403C082}"/>
              </a:ext>
            </a:extLst>
          </p:cNvPr>
          <p:cNvSpPr txBox="1">
            <a:spLocks/>
          </p:cNvSpPr>
          <p:nvPr/>
        </p:nvSpPr>
        <p:spPr>
          <a:xfrm>
            <a:off x="-9427" y="43091"/>
            <a:ext cx="924802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Why did it work in the first place?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A278D7-726B-0D0E-776A-14826310FEFB}"/>
              </a:ext>
            </a:extLst>
          </p:cNvPr>
          <p:cNvGrpSpPr/>
          <p:nvPr/>
        </p:nvGrpSpPr>
        <p:grpSpPr>
          <a:xfrm>
            <a:off x="9631680" y="213893"/>
            <a:ext cx="2245360" cy="2239747"/>
            <a:chOff x="7823200" y="1189253"/>
            <a:chExt cx="2245360" cy="223974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F6B6FAB-C1A5-CDC4-CF60-FCE68ADBA6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200" y="1189253"/>
              <a:ext cx="2245360" cy="223974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D1732AC-251D-3D2F-73C7-FD44233978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6860" y="1275096"/>
              <a:ext cx="2082784" cy="20827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77AF78-03BF-3158-6F59-6861FDDF5D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12116" y="1357332"/>
              <a:ext cx="215644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</a:t>
              </a:r>
            </a:p>
            <a:p>
              <a:pPr algn="ctr"/>
              <a:endParaRPr lang="en-US" sz="800" dirty="0"/>
            </a:p>
            <a:p>
              <a:pPr marL="742950" indent="-742950">
                <a:buAutoNum type="arabicPlain" startAt="6"/>
              </a:pPr>
              <a:r>
                <a:rPr lang="en-US" sz="3600" dirty="0"/>
                <a:t>24    4</a:t>
              </a:r>
            </a:p>
            <a:p>
              <a:endParaRPr lang="en-US" sz="800" dirty="0"/>
            </a:p>
            <a:p>
              <a:pPr algn="ctr"/>
              <a:r>
                <a:rPr lang="en-US" sz="3600" dirty="0"/>
                <a:t>5</a:t>
              </a:r>
              <a:endParaRPr lang="en-US" dirty="0"/>
            </a:p>
          </p:txBody>
        </p:sp>
      </p:grpSp>
      <p:pic>
        <p:nvPicPr>
          <p:cNvPr id="3076" name="Picture 4" descr="r/greggshorthand - Easy crossword puzzle for Gregg Shorthand practice">
            <a:extLst>
              <a:ext uri="{FF2B5EF4-FFF2-40B4-BE49-F238E27FC236}">
                <a16:creationId xmlns:a16="http://schemas.microsoft.com/office/drawing/2014/main" id="{7EB44930-CAFE-AA6D-ED72-E2C9463B9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646" r="3359" b="42531"/>
          <a:stretch>
            <a:fillRect/>
          </a:stretch>
        </p:blipFill>
        <p:spPr bwMode="auto">
          <a:xfrm>
            <a:off x="9631681" y="2706044"/>
            <a:ext cx="2245360" cy="183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ecagon 13">
            <a:extLst>
              <a:ext uri="{FF2B5EF4-FFF2-40B4-BE49-F238E27FC236}">
                <a16:creationId xmlns:a16="http://schemas.microsoft.com/office/drawing/2014/main" id="{A5A09823-CF82-0D2A-DCF1-F535CF2F59AA}"/>
              </a:ext>
            </a:extLst>
          </p:cNvPr>
          <p:cNvSpPr/>
          <p:nvPr/>
        </p:nvSpPr>
        <p:spPr>
          <a:xfrm>
            <a:off x="10346698" y="950446"/>
            <a:ext cx="863600" cy="863600"/>
          </a:xfrm>
          <a:prstGeom prst="decagon">
            <a:avLst/>
          </a:prstGeom>
          <a:solidFill>
            <a:srgbClr val="FF0000">
              <a:alpha val="596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2416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7499-5F1F-F68B-914F-C818ABF5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CBCF03-FF95-0160-A463-F28D5F94B536}"/>
              </a:ext>
            </a:extLst>
          </p:cNvPr>
          <p:cNvSpPr txBox="1">
            <a:spLocks/>
          </p:cNvSpPr>
          <p:nvPr/>
        </p:nvSpPr>
        <p:spPr>
          <a:xfrm>
            <a:off x="-9427" y="43091"/>
            <a:ext cx="924802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Why did it work in the first place?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573C72-2714-0DFA-6B2F-8C56DC16FAD6}"/>
              </a:ext>
            </a:extLst>
          </p:cNvPr>
          <p:cNvSpPr txBox="1"/>
          <p:nvPr/>
        </p:nvSpPr>
        <p:spPr>
          <a:xfrm>
            <a:off x="314960" y="1012914"/>
            <a:ext cx="51952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Tested on data scraped from the internet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contamination concerns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external validator, lenient success criteria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534DD5-4E6D-5816-ACDE-C261C0297D7E}"/>
              </a:ext>
            </a:extLst>
          </p:cNvPr>
          <p:cNvGrpSpPr/>
          <p:nvPr/>
        </p:nvGrpSpPr>
        <p:grpSpPr>
          <a:xfrm>
            <a:off x="9631680" y="213893"/>
            <a:ext cx="2245360" cy="2239747"/>
            <a:chOff x="7823200" y="1189253"/>
            <a:chExt cx="2245360" cy="223974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3A64BDE-D253-B28B-3751-B680487624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200" y="1189253"/>
              <a:ext cx="2245360" cy="223974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E444ECD-2D12-5B51-C497-57BAEE4FBB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6860" y="1275096"/>
              <a:ext cx="2082784" cy="20827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113092-B655-BBF7-AB3C-55327E2F78D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12116" y="1357332"/>
              <a:ext cx="215644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</a:t>
              </a:r>
            </a:p>
            <a:p>
              <a:pPr algn="ctr"/>
              <a:endParaRPr lang="en-US" sz="800" dirty="0"/>
            </a:p>
            <a:p>
              <a:pPr marL="742950" indent="-742950">
                <a:buAutoNum type="arabicPlain" startAt="6"/>
              </a:pPr>
              <a:r>
                <a:rPr lang="en-US" sz="3600" dirty="0"/>
                <a:t>24    4</a:t>
              </a:r>
            </a:p>
            <a:p>
              <a:endParaRPr lang="en-US" sz="800" dirty="0"/>
            </a:p>
            <a:p>
              <a:pPr algn="ctr"/>
              <a:r>
                <a:rPr lang="en-US" sz="3600" dirty="0"/>
                <a:t>5</a:t>
              </a:r>
              <a:endParaRPr lang="en-US" dirty="0"/>
            </a:p>
          </p:txBody>
        </p:sp>
      </p:grpSp>
      <p:pic>
        <p:nvPicPr>
          <p:cNvPr id="3076" name="Picture 4" descr="r/greggshorthand - Easy crossword puzzle for Gregg Shorthand practice">
            <a:extLst>
              <a:ext uri="{FF2B5EF4-FFF2-40B4-BE49-F238E27FC236}">
                <a16:creationId xmlns:a16="http://schemas.microsoft.com/office/drawing/2014/main" id="{A33396ED-3E25-FD35-BD79-A00A15828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646" r="3359" b="42531"/>
          <a:stretch>
            <a:fillRect/>
          </a:stretch>
        </p:blipFill>
        <p:spPr bwMode="auto">
          <a:xfrm>
            <a:off x="9631681" y="2706044"/>
            <a:ext cx="2245360" cy="183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ecagon 13">
            <a:extLst>
              <a:ext uri="{FF2B5EF4-FFF2-40B4-BE49-F238E27FC236}">
                <a16:creationId xmlns:a16="http://schemas.microsoft.com/office/drawing/2014/main" id="{D7299E7B-AE31-A516-4B31-B92781B14EA3}"/>
              </a:ext>
            </a:extLst>
          </p:cNvPr>
          <p:cNvSpPr/>
          <p:nvPr/>
        </p:nvSpPr>
        <p:spPr>
          <a:xfrm>
            <a:off x="10346698" y="950446"/>
            <a:ext cx="863600" cy="863600"/>
          </a:xfrm>
          <a:prstGeom prst="decagon">
            <a:avLst/>
          </a:prstGeom>
          <a:solidFill>
            <a:srgbClr val="FF0000">
              <a:alpha val="596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17313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183E2-3C55-680D-1B3A-643882E6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D19D9E-96B2-675C-57C5-913D11804AB9}"/>
              </a:ext>
            </a:extLst>
          </p:cNvPr>
          <p:cNvSpPr txBox="1">
            <a:spLocks/>
          </p:cNvSpPr>
          <p:nvPr/>
        </p:nvSpPr>
        <p:spPr>
          <a:xfrm>
            <a:off x="-9427" y="43091"/>
            <a:ext cx="924802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Why did it work in the first place?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AE5C2-C403-194E-705E-B298B7559DDC}"/>
              </a:ext>
            </a:extLst>
          </p:cNvPr>
          <p:cNvSpPr txBox="1"/>
          <p:nvPr/>
        </p:nvSpPr>
        <p:spPr>
          <a:xfrm>
            <a:off x="314960" y="1012914"/>
            <a:ext cx="51952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Tested on data scraped from the internet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contamination concerns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external validator, lenient success criteria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2819FC-A2B4-DE83-1C7F-183715B2F851}"/>
              </a:ext>
            </a:extLst>
          </p:cNvPr>
          <p:cNvGrpSpPr/>
          <p:nvPr/>
        </p:nvGrpSpPr>
        <p:grpSpPr>
          <a:xfrm>
            <a:off x="9631680" y="213893"/>
            <a:ext cx="2245360" cy="2239747"/>
            <a:chOff x="7823200" y="1189253"/>
            <a:chExt cx="2245360" cy="223974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443F393-546E-A84D-113B-FA2BAFF93D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200" y="1189253"/>
              <a:ext cx="2245360" cy="223974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29C00A0-5632-F44A-463B-890E1B31E6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6860" y="1275096"/>
              <a:ext cx="2082784" cy="20827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617E0F-3A08-8C39-1FA5-BAD96761751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12116" y="1357332"/>
              <a:ext cx="215644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</a:t>
              </a:r>
            </a:p>
            <a:p>
              <a:pPr algn="ctr"/>
              <a:endParaRPr lang="en-US" sz="800" dirty="0"/>
            </a:p>
            <a:p>
              <a:pPr marL="742950" indent="-742950">
                <a:buAutoNum type="arabicPlain" startAt="6"/>
              </a:pPr>
              <a:r>
                <a:rPr lang="en-US" sz="3600" dirty="0"/>
                <a:t>24    4</a:t>
              </a:r>
            </a:p>
            <a:p>
              <a:endParaRPr lang="en-US" sz="800" dirty="0"/>
            </a:p>
            <a:p>
              <a:pPr algn="ctr"/>
              <a:r>
                <a:rPr lang="en-US" sz="3600" dirty="0"/>
                <a:t>5</a:t>
              </a:r>
              <a:endParaRPr lang="en-US" dirty="0"/>
            </a:p>
          </p:txBody>
        </p:sp>
      </p:grpSp>
      <p:pic>
        <p:nvPicPr>
          <p:cNvPr id="3076" name="Picture 4" descr="r/greggshorthand - Easy crossword puzzle for Gregg Shorthand practice">
            <a:extLst>
              <a:ext uri="{FF2B5EF4-FFF2-40B4-BE49-F238E27FC236}">
                <a16:creationId xmlns:a16="http://schemas.microsoft.com/office/drawing/2014/main" id="{32DEA523-1080-22C0-C70C-CFA07CE1AD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646" r="3359" b="42531"/>
          <a:stretch>
            <a:fillRect/>
          </a:stretch>
        </p:blipFill>
        <p:spPr bwMode="auto">
          <a:xfrm>
            <a:off x="9631681" y="2706044"/>
            <a:ext cx="2245360" cy="183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ecagon 13">
            <a:extLst>
              <a:ext uri="{FF2B5EF4-FFF2-40B4-BE49-F238E27FC236}">
                <a16:creationId xmlns:a16="http://schemas.microsoft.com/office/drawing/2014/main" id="{6F36708B-40B8-B44E-57BA-D7F69C9EE3A3}"/>
              </a:ext>
            </a:extLst>
          </p:cNvPr>
          <p:cNvSpPr/>
          <p:nvPr/>
        </p:nvSpPr>
        <p:spPr>
          <a:xfrm>
            <a:off x="10346698" y="950446"/>
            <a:ext cx="863600" cy="863600"/>
          </a:xfrm>
          <a:prstGeom prst="decagon">
            <a:avLst/>
          </a:prstGeom>
          <a:solidFill>
            <a:srgbClr val="FF0000">
              <a:alpha val="596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42C1EB-8FF4-4572-8FBD-D86FBCC53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926" y="2052139"/>
            <a:ext cx="3565087" cy="27537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FC65D5-792C-3AE5-20D1-563C40360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9" t="4388" r="3052" b="3919"/>
          <a:stretch>
            <a:fillRect/>
          </a:stretch>
        </p:blipFill>
        <p:spPr>
          <a:xfrm>
            <a:off x="521781" y="2736131"/>
            <a:ext cx="4737132" cy="1995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3D7F8D-5CE0-377C-E7D8-8D4A90D59F86}"/>
              </a:ext>
            </a:extLst>
          </p:cNvPr>
          <p:cNvSpPr txBox="1"/>
          <p:nvPr/>
        </p:nvSpPr>
        <p:spPr>
          <a:xfrm>
            <a:off x="521781" y="4731659"/>
            <a:ext cx="8790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Katz et al, ICLR 2026 Workshop World Models, </a:t>
            </a:r>
            <a:r>
              <a:rPr lang="en-US" sz="1400" b="1" dirty="0"/>
              <a:t>Seemingly Simple Planning Problems are Computationally Challenging: The Countdown Game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1902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A186-E45E-F2EB-5B5F-CF2D083E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845A9B-53DC-B6F8-BAFF-6256A6E11E88}"/>
              </a:ext>
            </a:extLst>
          </p:cNvPr>
          <p:cNvSpPr txBox="1">
            <a:spLocks/>
          </p:cNvSpPr>
          <p:nvPr/>
        </p:nvSpPr>
        <p:spPr>
          <a:xfrm>
            <a:off x="-9427" y="43091"/>
            <a:ext cx="9248020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Why did it work in the first place?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4D34C-4E5D-4B4E-296D-9C9DD4061D0D}"/>
              </a:ext>
            </a:extLst>
          </p:cNvPr>
          <p:cNvSpPr txBox="1"/>
          <p:nvPr/>
        </p:nvSpPr>
        <p:spPr>
          <a:xfrm>
            <a:off x="314960" y="1012914"/>
            <a:ext cx="51952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Tested on data scraped from the internet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contamination concerns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external validator, lenient success criteria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6E53E6-2336-4338-34E1-29324F6E7BE0}"/>
              </a:ext>
            </a:extLst>
          </p:cNvPr>
          <p:cNvGrpSpPr/>
          <p:nvPr/>
        </p:nvGrpSpPr>
        <p:grpSpPr>
          <a:xfrm>
            <a:off x="9631680" y="213893"/>
            <a:ext cx="2245360" cy="2239747"/>
            <a:chOff x="7823200" y="1189253"/>
            <a:chExt cx="2245360" cy="223974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D28891A-A69B-3C0A-4A7A-96737B8CCD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3200" y="1189253"/>
              <a:ext cx="2245360" cy="223974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13440C-0655-5ED2-AAA6-B118A1D775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6860" y="1275096"/>
              <a:ext cx="2082784" cy="2082784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FE72C6-6525-7329-B1FF-33BB7DC68C9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12116" y="1357332"/>
              <a:ext cx="2156444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</a:t>
              </a:r>
            </a:p>
            <a:p>
              <a:pPr algn="ctr"/>
              <a:endParaRPr lang="en-US" sz="800" dirty="0"/>
            </a:p>
            <a:p>
              <a:pPr marL="742950" indent="-742950">
                <a:buAutoNum type="arabicPlain" startAt="6"/>
              </a:pPr>
              <a:r>
                <a:rPr lang="en-US" sz="3600" dirty="0"/>
                <a:t>24    4</a:t>
              </a:r>
            </a:p>
            <a:p>
              <a:endParaRPr lang="en-US" sz="800" dirty="0"/>
            </a:p>
            <a:p>
              <a:pPr algn="ctr"/>
              <a:r>
                <a:rPr lang="en-US" sz="3600" dirty="0"/>
                <a:t>5</a:t>
              </a:r>
              <a:endParaRPr lang="en-US" dirty="0"/>
            </a:p>
          </p:txBody>
        </p:sp>
      </p:grpSp>
      <p:pic>
        <p:nvPicPr>
          <p:cNvPr id="3076" name="Picture 4" descr="r/greggshorthand - Easy crossword puzzle for Gregg Shorthand practice">
            <a:extLst>
              <a:ext uri="{FF2B5EF4-FFF2-40B4-BE49-F238E27FC236}">
                <a16:creationId xmlns:a16="http://schemas.microsoft.com/office/drawing/2014/main" id="{027F8790-9747-6F07-F02C-2EDD8D265C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646" r="3359" b="42531"/>
          <a:stretch>
            <a:fillRect/>
          </a:stretch>
        </p:blipFill>
        <p:spPr bwMode="auto">
          <a:xfrm>
            <a:off x="9631681" y="2706044"/>
            <a:ext cx="2245360" cy="183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ecagon 13">
            <a:extLst>
              <a:ext uri="{FF2B5EF4-FFF2-40B4-BE49-F238E27FC236}">
                <a16:creationId xmlns:a16="http://schemas.microsoft.com/office/drawing/2014/main" id="{82D0B2CB-EBDA-810D-7C20-4FA2337E3D3C}"/>
              </a:ext>
            </a:extLst>
          </p:cNvPr>
          <p:cNvSpPr/>
          <p:nvPr/>
        </p:nvSpPr>
        <p:spPr>
          <a:xfrm>
            <a:off x="10346698" y="950446"/>
            <a:ext cx="863600" cy="863600"/>
          </a:xfrm>
          <a:prstGeom prst="decagon">
            <a:avLst/>
          </a:prstGeom>
          <a:solidFill>
            <a:srgbClr val="FF0000">
              <a:alpha val="596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38552E-DECB-261C-3E33-CCE31582B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926" y="2052139"/>
            <a:ext cx="3565087" cy="27537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810C2E-62FA-7173-A0D0-D656B1C388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9" t="4388" r="3052" b="3919"/>
          <a:stretch>
            <a:fillRect/>
          </a:stretch>
        </p:blipFill>
        <p:spPr>
          <a:xfrm>
            <a:off x="521781" y="2736131"/>
            <a:ext cx="4737132" cy="1995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508E27-CF53-8669-AAFF-DB309977924D}"/>
              </a:ext>
            </a:extLst>
          </p:cNvPr>
          <p:cNvSpPr txBox="1"/>
          <p:nvPr/>
        </p:nvSpPr>
        <p:spPr>
          <a:xfrm>
            <a:off x="521781" y="4731659"/>
            <a:ext cx="8790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Katz et al, ICLR 2026 Workshop World Models, </a:t>
            </a:r>
            <a:r>
              <a:rPr lang="en-US" sz="1400" b="1" dirty="0"/>
              <a:t>Seemingly Simple Planning Problems are Computationally Challenging: The Countdown Game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01B250-631D-E947-AA97-91195702A2B6}"/>
              </a:ext>
            </a:extLst>
          </p:cNvPr>
          <p:cNvSpPr txBox="1"/>
          <p:nvPr/>
        </p:nvSpPr>
        <p:spPr>
          <a:xfrm>
            <a:off x="187268" y="5306477"/>
            <a:ext cx="11468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Must have precise definition of solution and sound validators for candidate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Should have large instance space and dynamic generation procedure to avoid memorization concerns.</a:t>
            </a:r>
          </a:p>
        </p:txBody>
      </p:sp>
    </p:spTree>
    <p:extLst>
      <p:ext uri="{BB962C8B-B14F-4D97-AF65-F5344CB8AC3E}">
        <p14:creationId xmlns:p14="http://schemas.microsoft.com/office/powerpoint/2010/main" val="328342566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B1B136A-1A7A-DAF9-C715-D7C7F0893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35012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9224-8BCF-DF6D-5B0D-CAFDB847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887D434-221B-7C83-8E02-6CA222DF30B4}"/>
              </a:ext>
            </a:extLst>
          </p:cNvPr>
          <p:cNvSpPr txBox="1"/>
          <p:nvPr/>
        </p:nvSpPr>
        <p:spPr>
          <a:xfrm>
            <a:off x="7737984" y="332733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5FD7036B-EE38-E8CB-2244-F6A7051FA27F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E4D86EFE-CD5C-16EB-552F-26CC7F790DF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3F456E-D50B-C98E-D723-15120DF0E45D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339A39-770B-1A15-D93F-8EABCF46DA67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B52E94B7-B8E8-A3D8-899F-483AE66BD3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E31045FD-11DB-1EA8-85E0-54F96B9DE9FE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5F428F60-2F2D-D0DF-F0D5-9D022196262A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D67E564E-D372-DFC2-B231-DEDA3D0CE231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E45599DE-14BE-0107-54E5-2D0CD05B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2105073" cy="523220"/>
          </a:xfrm>
        </p:spPr>
        <p:txBody>
          <a:bodyPr>
            <a:noAutofit/>
          </a:bodyPr>
          <a:lstStyle/>
          <a:p>
            <a:r>
              <a:rPr lang="en-US" sz="4400" dirty="0"/>
              <a:t>Building solvers for NL/PDDL planning problems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63311C7E-C898-D309-E128-A95E9507F305}"/>
              </a:ext>
            </a:extLst>
          </p:cNvPr>
          <p:cNvGrpSpPr/>
          <p:nvPr/>
        </p:nvGrpSpPr>
        <p:grpSpPr>
          <a:xfrm>
            <a:off x="189999" y="1328097"/>
            <a:ext cx="2888143" cy="1179610"/>
            <a:chOff x="189999" y="1328097"/>
            <a:chExt cx="2888143" cy="1179610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F52870DA-72A5-3739-71A6-ECCF69E7DB5A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7980B639-90E6-4EC0-F5DA-36E4D3CE6F55}"/>
                </a:ext>
              </a:extLst>
            </p:cNvPr>
            <p:cNvSpPr txBox="1"/>
            <p:nvPr/>
          </p:nvSpPr>
          <p:spPr>
            <a:xfrm>
              <a:off x="193759" y="1605755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6DAC0B4C-2BC8-879B-0D45-C43E8004F183}"/>
                </a:ext>
              </a:extLst>
            </p:cNvPr>
            <p:cNvSpPr txBox="1"/>
            <p:nvPr/>
          </p:nvSpPr>
          <p:spPr>
            <a:xfrm>
              <a:off x="189999" y="1887070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93C37F2A-E090-DBAD-1B31-5DA11CB7CE3D}"/>
                </a:ext>
              </a:extLst>
            </p:cNvPr>
            <p:cNvSpPr txBox="1"/>
            <p:nvPr/>
          </p:nvSpPr>
          <p:spPr>
            <a:xfrm>
              <a:off x="189999" y="216915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NeurIPS 2025</a:t>
              </a:r>
            </a:p>
          </p:txBody>
        </p:sp>
      </p:grpSp>
      <p:cxnSp>
        <p:nvCxnSpPr>
          <p:cNvPr id="1290" name="Straight Connector 1289">
            <a:extLst>
              <a:ext uri="{FF2B5EF4-FFF2-40B4-BE49-F238E27FC236}">
                <a16:creationId xmlns:a16="http://schemas.microsoft.com/office/drawing/2014/main" id="{F80F10F8-ADE1-2F3D-6A15-E90D6048A8D4}"/>
              </a:ext>
            </a:extLst>
          </p:cNvPr>
          <p:cNvCxnSpPr>
            <a:cxnSpLocks/>
          </p:cNvCxnSpPr>
          <p:nvPr/>
        </p:nvCxnSpPr>
        <p:spPr>
          <a:xfrm>
            <a:off x="242801" y="2734197"/>
            <a:ext cx="961623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1290">
            <a:extLst>
              <a:ext uri="{FF2B5EF4-FFF2-40B4-BE49-F238E27FC236}">
                <a16:creationId xmlns:a16="http://schemas.microsoft.com/office/drawing/2014/main" id="{477286FE-409D-DB66-9F36-14BEC0880ABB}"/>
              </a:ext>
            </a:extLst>
          </p:cNvPr>
          <p:cNvCxnSpPr>
            <a:cxnSpLocks/>
          </p:cNvCxnSpPr>
          <p:nvPr/>
        </p:nvCxnSpPr>
        <p:spPr>
          <a:xfrm>
            <a:off x="165337" y="4824280"/>
            <a:ext cx="963193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69BF345B-CFED-2BBD-25A2-04B728F42F04}"/>
              </a:ext>
            </a:extLst>
          </p:cNvPr>
          <p:cNvGrpSpPr/>
          <p:nvPr/>
        </p:nvGrpSpPr>
        <p:grpSpPr>
          <a:xfrm>
            <a:off x="8525159" y="3194658"/>
            <a:ext cx="1312854" cy="665341"/>
            <a:chOff x="8546179" y="5706967"/>
            <a:chExt cx="1312854" cy="665341"/>
          </a:xfrm>
        </p:grpSpPr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C0269C9F-5B7A-58A3-B918-AFA9245113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4A3E2F90-21C8-700F-0566-F358BA1D404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72842A19-6743-7C64-90AD-70C4C2CF4511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52A66E0A-323B-520C-4908-862B9494FE51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8825A338-157D-62D6-A387-F232498B8107}"/>
              </a:ext>
            </a:extLst>
          </p:cNvPr>
          <p:cNvGrpSpPr/>
          <p:nvPr/>
        </p:nvGrpSpPr>
        <p:grpSpPr>
          <a:xfrm>
            <a:off x="8510329" y="5373874"/>
            <a:ext cx="1312854" cy="665341"/>
            <a:chOff x="8546179" y="5706967"/>
            <a:chExt cx="1312854" cy="665341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665AB8BC-09B1-F5B2-A3B8-FEA175630C0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62E45D9A-F6DB-1898-B59B-125796E353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6C87569A-F558-779D-ED5E-16AEA2DA92B8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9D8AFFCB-C959-EB0E-3A3C-EA6A992B72C5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DEA1401F-E12A-33CD-5A7E-02B6BEE896F8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5ED388C9-84F5-DC3C-9889-1A75587B5A0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E0AC6655-315B-9FEA-64CE-6343175D1B2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CF7D121A-CFF3-2C9C-102A-2EF6B635C26E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5DFE5DC1-A06D-B387-5BEC-36C0B38488B6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0830F727-DD06-B389-6A2F-F11E27FC0F53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7259545E-1F70-CEF3-89AC-318B7687AC1B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4008E5F2-0D27-614E-56B8-11A70F0BD4AC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FA949BE3-80E2-C2A0-030E-1AE5A271568B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5998AE2-6BBE-6747-A33B-67232F6A0B1C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2870C0A-6A76-15B8-9B86-95E8AB67906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4B419473-EE5D-9A92-BF7C-D6A4DC193A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7C208E36-ED23-E399-6737-2FF5833B5BE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D614AF3-024A-067C-31BF-6078760A0F9B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0443744-0C5E-7A16-5203-67F76F5B54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BB429048-828A-B844-0FF2-3E6C49CD0F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34E2AAB3-572E-F334-E060-27FE24CB93DE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F78B7E92-DC19-352D-91E1-08EB2E15ACE9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FA32BA60-1421-A562-545D-357E05344D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0F19DDFE-DD4B-4F74-A3CD-6DF69FE71D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F52871B-32C7-430E-C1B3-222C6D54B0D7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D9AF2E2-BE5D-2EC2-4320-3A4271174D65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BDB207CA-56BA-707E-80A3-264CB1A29E6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A573E5AB-B163-5F5A-4155-40C6BD2748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49FE4555-7DC5-0CE4-5832-0DBC8196ED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4E680D9-0EB5-9880-D7E1-974432A562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447F4C1E-64F4-A947-26FA-8C5CA989DF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729A4796-F0B0-535C-706D-9CA5492307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8D547570-DC95-05C0-2E4D-EB04C8F1B0A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6B45CF8A-12E1-91E3-5302-4C97FA6676F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FB24C5A9-D30E-B050-C235-48DA6F86A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64EE441D-5E3D-16EF-BF34-1896D4C93CBB}"/>
              </a:ext>
            </a:extLst>
          </p:cNvPr>
          <p:cNvGrpSpPr/>
          <p:nvPr/>
        </p:nvGrpSpPr>
        <p:grpSpPr>
          <a:xfrm>
            <a:off x="3859200" y="5307360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D1997A08-FAD9-B7C7-3CC0-40A57D913852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C8264EF-16B7-8319-2070-6957D207F4ED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38E873F-D3D5-31FB-288B-B1FEC79143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4EF6941B-0E4D-FF43-0FF0-9089574153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6AED36-83C7-4B6C-D4DF-FA9789CC6AE2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B3FC890B-A18B-47F8-73A0-A09363701256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32DF34FF-C83A-1ADB-89B0-8B88003ACDDA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93B54E36-7447-6DAC-4EF0-7EA79A2931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7D3915D-ACC2-AF94-DE4A-9FF330875A30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2B44C52-3DEC-6767-3E44-5CD0B47BA4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E985FE6-37AF-2469-0481-3D5A52DE0A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9D56B62A-6C62-3F4C-219D-7B3C08CAF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C41205-35EA-B9A7-E27E-7BAA46A89F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5FF78C3-D8DE-CE61-E646-B28FEE26FFB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A88B4D22-6DE5-99CD-F535-E3286C3746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8A2D7F1D-C611-337E-952A-ECA3137B0A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F70338E2-9817-E3D6-DF5E-345E59A38C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B24BD3C7-0B41-EDB9-5500-2E252D204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8DC96854-225D-899C-455A-2CB87699D4FE}"/>
              </a:ext>
            </a:extLst>
          </p:cNvPr>
          <p:cNvGrpSpPr/>
          <p:nvPr/>
        </p:nvGrpSpPr>
        <p:grpSpPr>
          <a:xfrm>
            <a:off x="3846380" y="3130132"/>
            <a:ext cx="4654543" cy="1157440"/>
            <a:chOff x="3867400" y="5758053"/>
            <a:chExt cx="4654543" cy="1157440"/>
          </a:xfrm>
        </p:grpSpPr>
        <p:sp>
          <p:nvSpPr>
            <p:cNvPr id="1116" name="Rounded Rectangle 1115">
              <a:extLst>
                <a:ext uri="{FF2B5EF4-FFF2-40B4-BE49-F238E27FC236}">
                  <a16:creationId xmlns:a16="http://schemas.microsoft.com/office/drawing/2014/main" id="{D8365A1A-A983-1A62-DCAA-EF8A71BDDEE0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A4F93E-CFE7-A03C-CB93-868A4557B614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860E300-51D4-FDAB-6D10-205BAE5959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91BB6E9-37C9-DEDF-395A-0FB0321C67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5B29041A-C7B2-F304-AE0C-873121B201F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C475A0AF-59AB-12C4-6BBE-89029EE6E29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714023E-9082-5CF6-D902-6914286CCE85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D2A3A54-87C3-24C0-13DC-FE56AFB46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FFCBFFC5-5299-9E5F-B4D9-46EC0C0F9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0A199283-3F34-1815-F344-D223AEB174A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464A0364-FDF0-A73A-7288-BBF81641498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34AE7220-A8B0-86FC-57F9-CB4123FCC0D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 descr="Transfer with solid fill">
                  <a:extLst>
                    <a:ext uri="{FF2B5EF4-FFF2-40B4-BE49-F238E27FC236}">
                      <a16:creationId xmlns:a16="http://schemas.microsoft.com/office/drawing/2014/main" id="{0A5F8584-7570-E573-76D2-DE8778DF9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33A87103-F109-10A4-83F7-77EBD0EE605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42" name="Oval 1041">
                  <a:extLst>
                    <a:ext uri="{FF2B5EF4-FFF2-40B4-BE49-F238E27FC236}">
                      <a16:creationId xmlns:a16="http://schemas.microsoft.com/office/drawing/2014/main" id="{EF979C75-0DC1-179A-D3D3-C865251D6C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3" name="Graphic 1042" descr="Route (Two Pins With A Path) with solid fill">
                  <a:extLst>
                    <a:ext uri="{FF2B5EF4-FFF2-40B4-BE49-F238E27FC236}">
                      <a16:creationId xmlns:a16="http://schemas.microsoft.com/office/drawing/2014/main" id="{B8B9CE6A-D36E-7B58-E787-02619EE00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04E1FFC7-4B66-EBDA-D852-FCA529986CA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978B136-913A-45FC-E30D-79256A1DB920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33D9B91-6281-2B42-283E-849208F0522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8" name="Graphic 57" descr="Magnifying glass with solid fill">
                  <a:extLst>
                    <a:ext uri="{FF2B5EF4-FFF2-40B4-BE49-F238E27FC236}">
                      <a16:creationId xmlns:a16="http://schemas.microsoft.com/office/drawing/2014/main" id="{4469E7DC-D08A-F803-C8D8-AFC61FC90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D5DA1B41-2F40-1606-EC6F-0D8EDE8061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699A6-68CF-CA49-E9F3-48AC2CBFF6F0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2BA8BCA6-99AC-00A5-0E36-B0E356307F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1BE44FFD-BCF2-559F-D0EE-C2237A5C3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5AA2C4BA-1791-F7DD-3EF6-62F35136E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79947A-62B7-0DA6-420F-6583862BBFB3}"/>
              </a:ext>
            </a:extLst>
          </p:cNvPr>
          <p:cNvGrpSpPr/>
          <p:nvPr/>
        </p:nvGrpSpPr>
        <p:grpSpPr>
          <a:xfrm>
            <a:off x="181816" y="2931513"/>
            <a:ext cx="3121111" cy="1847333"/>
            <a:chOff x="181816" y="2931513"/>
            <a:chExt cx="3121111" cy="184733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9A76FB-E293-A968-4DD3-0B7B8950876E}"/>
                </a:ext>
              </a:extLst>
            </p:cNvPr>
            <p:cNvSpPr txBox="1"/>
            <p:nvPr/>
          </p:nvSpPr>
          <p:spPr>
            <a:xfrm>
              <a:off x="197886" y="3521129"/>
              <a:ext cx="2289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ICAPS 2024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CC90C3-2183-82B3-1511-F522FB4F711E}"/>
                </a:ext>
              </a:extLst>
            </p:cNvPr>
            <p:cNvSpPr txBox="1"/>
            <p:nvPr/>
          </p:nvSpPr>
          <p:spPr>
            <a:xfrm>
              <a:off x="189999" y="293151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Guan et al, NeurIPS 2023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585D4C-83DE-FD1B-DCD8-4035F73CE6C5}"/>
                </a:ext>
              </a:extLst>
            </p:cNvPr>
            <p:cNvSpPr txBox="1"/>
            <p:nvPr/>
          </p:nvSpPr>
          <p:spPr>
            <a:xfrm>
              <a:off x="202060" y="3247885"/>
              <a:ext cx="3024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Gestrin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HAXP@ICAPS 2024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7DD4AB-F28D-92FD-9A7D-F130D83012BF}"/>
                </a:ext>
              </a:extLst>
            </p:cNvPr>
            <p:cNvSpPr txBox="1"/>
            <p:nvPr/>
          </p:nvSpPr>
          <p:spPr>
            <a:xfrm>
              <a:off x="187833" y="3801861"/>
              <a:ext cx="2142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Huang et al, AAAI 2025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3CB6ED-BF74-23C2-8990-7A094BFA2624}"/>
                </a:ext>
              </a:extLst>
            </p:cNvPr>
            <p:cNvSpPr txBox="1"/>
            <p:nvPr/>
          </p:nvSpPr>
          <p:spPr>
            <a:xfrm>
              <a:off x="181816" y="4115486"/>
              <a:ext cx="31211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Tantakoun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ACL Findings 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F7103A-BFD8-25B2-4F6F-F9C527AB645E}"/>
                </a:ext>
              </a:extLst>
            </p:cNvPr>
            <p:cNvSpPr txBox="1"/>
            <p:nvPr/>
          </p:nvSpPr>
          <p:spPr>
            <a:xfrm>
              <a:off x="189999" y="4440292"/>
              <a:ext cx="2709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Oswald et al, WM@ICLR 2026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E953C4-624E-E41D-216B-4B5087E1BB41}"/>
              </a:ext>
            </a:extLst>
          </p:cNvPr>
          <p:cNvGrpSpPr/>
          <p:nvPr/>
        </p:nvGrpSpPr>
        <p:grpSpPr>
          <a:xfrm>
            <a:off x="242801" y="5209255"/>
            <a:ext cx="3732270" cy="1266071"/>
            <a:chOff x="242801" y="5080048"/>
            <a:chExt cx="3732270" cy="126607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8052458-34FD-D151-6F27-0534EA6B81DC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255" name="TextBox 1254">
                <a:extLst>
                  <a:ext uri="{FF2B5EF4-FFF2-40B4-BE49-F238E27FC236}">
                    <a16:creationId xmlns:a16="http://schemas.microsoft.com/office/drawing/2014/main" id="{B02439FC-5052-0D55-AEDE-59B65C04BAFC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292" name="TextBox 1291">
                <a:extLst>
                  <a:ext uri="{FF2B5EF4-FFF2-40B4-BE49-F238E27FC236}">
                    <a16:creationId xmlns:a16="http://schemas.microsoft.com/office/drawing/2014/main" id="{E51A1702-0FB3-8024-C150-FF155F05F77A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DECD63-B7D1-2143-492E-E2E72BBE1C8D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E07339-C6BE-77A8-7D30-5B7FC75FBE2D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283317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FBF3-9AB7-6B0D-558B-BA1EE91B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DFCCDE02-866D-1D7D-3CDF-9250BD448535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80CD8025-192A-C6EA-D638-3732EDAD76A8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2EA8EE5-CD00-E9E5-E2AD-C119B7EF10EC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215EB71-EA02-09C3-BBF0-FD8B9CAE25D9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0A419C4-DAA5-ED53-2832-3F75A83A12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D621D43D-57E6-5CE8-BBC8-384CD8F8FB28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75502788-5156-31A3-CB2E-AC2C2857C934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E3E59BB7-3BDF-05C9-FF64-9974E06583BD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49A015C7-707F-1BC4-E54D-B8907597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World Models generation</a:t>
            </a:r>
          </a:p>
        </p:txBody>
      </p:sp>
    </p:spTree>
    <p:extLst>
      <p:ext uri="{BB962C8B-B14F-4D97-AF65-F5344CB8AC3E}">
        <p14:creationId xmlns:p14="http://schemas.microsoft.com/office/powerpoint/2010/main" val="279351261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4CCF-8CE3-6267-6371-A45F12DB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80AA921B-6913-97F1-E0E9-B5D6D4D7D564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2CA2BD07-C253-5F73-DA60-612FEC2F37E2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508D5EA-0B1D-8394-F1E4-A2112FBBE28A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B8D923D-C08B-D4D2-96F8-B50894DF39CA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ED06EFF7-737F-9860-8218-081EF8CDD9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F51AC0AE-8096-1EC8-09CA-7899331BF173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69649179-7B21-E754-6249-A2861A7D1E5D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057D0931-5CBC-6C25-6A39-FFD03A01F6D9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38759DEA-9A7B-B865-E64D-9F5A00C2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World Models generation</a:t>
            </a:r>
          </a:p>
        </p:txBody>
      </p: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A0DE144B-D1E5-D29F-492A-81D55FC7287F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0160910B-EAFC-AE88-0D6B-F48AAA74535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DEA90CCD-CE50-9035-32CA-9E7DC5DB1C2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645A30A9-BF8D-05EE-5FA4-3639AE4ACE43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07227AA2-FF45-AB0F-F9B4-03E9799DBDB1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802E107E-0408-A768-C5E3-8DFD516BCF87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02544141-50E1-C97A-26EE-2E4EB1CA16BD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5EB6F9E0-C3CB-2DBA-CEBA-39E136174DAC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F7BE4914-9A0C-E847-9506-E695095A19D5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F4AD71-65FC-C007-C0A8-8D6B4CEA0BDC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54D7A9D-BA4A-A5F2-D724-3A647335E8B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99C4F0B3-CDF0-ACA1-857F-9AB475CF769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7FA04309-1254-CE4C-DB12-7618C53AD57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7A7D824-38CA-ADA4-CF89-1D2FA9B10139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00E10B6-CE71-C51A-BCEB-3AC43E1C01F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6D35CFBA-40B5-AA8C-E9FA-180BE4C1D5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3DD8119C-F505-AB01-DEC0-B58D931938C8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C6C23FD9-C9FC-89CB-7145-B093035D9D33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07C31EB-89E7-B5AD-F9F7-70A27831FC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BADCBF45-401D-3315-47E9-6BA85FFB1A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BB30111-B2AF-248C-64AF-3EACDDBEAE44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9E97D8F-0D2B-0E32-5BF3-D89C644DFAC5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A3BAA922-5F1F-7473-442B-C29460AC83F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6C12B83E-8FCA-6318-1151-1CE7EFE750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0C9DA455-5124-C8CD-FDD5-CF7FE42D7A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3D7E1FFC-4565-8436-98FD-2EA9D8BABD8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F1A72B3B-3CF4-AAD8-2443-9FEE193D50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7AED9963-AE22-E5B0-595B-27F5951E48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58687CDB-9DFC-B374-09E2-09CB4241E07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22307E13-7FC8-F2A4-EED3-6E0171B4003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81BDA9FB-6AFE-8762-2269-4EEECF09E5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46478521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1D4B-924F-B76D-91C7-05BA22C3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6146B3D9-F559-4D8C-377F-F1BA23471668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7E09D237-207C-124B-0969-0E1BBD190A50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705C0C5-FB4E-3242-C65C-8C22E97669A5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AA3780D-1F36-20E6-9EC0-EC8E9F4D1CAF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D813F3F9-123F-559E-992C-43A1CBA4AC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08E4AB08-8153-CE05-87A4-0BB14FF59385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2E7324EF-B94B-18CD-AD42-0A6A7229AEFB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931C3F57-566C-B92A-669C-A22E5130080E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A82A9A46-85D1-CA44-DAC6-C95E576A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World Models generation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E2FE2842-D80A-BAD2-D3CF-B41666F45A01}"/>
              </a:ext>
            </a:extLst>
          </p:cNvPr>
          <p:cNvGrpSpPr/>
          <p:nvPr/>
        </p:nvGrpSpPr>
        <p:grpSpPr>
          <a:xfrm>
            <a:off x="173285" y="1338607"/>
            <a:ext cx="2884979" cy="1143873"/>
            <a:chOff x="173285" y="1328097"/>
            <a:chExt cx="2884979" cy="1143873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54B1ECFC-87E7-8296-4FBF-A46AB79AC2B1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89D844D9-5215-0015-4B75-EB3838882142}"/>
                </a:ext>
              </a:extLst>
            </p:cNvPr>
            <p:cNvSpPr txBox="1"/>
            <p:nvPr/>
          </p:nvSpPr>
          <p:spPr>
            <a:xfrm>
              <a:off x="173881" y="1585877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C71C29BC-A25A-DF43-2B38-9C7A3842A32D}"/>
                </a:ext>
              </a:extLst>
            </p:cNvPr>
            <p:cNvSpPr txBox="1"/>
            <p:nvPr/>
          </p:nvSpPr>
          <p:spPr>
            <a:xfrm>
              <a:off x="179323" y="2133416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F222D50E-411E-BB64-19A9-4B4F9400C3F1}"/>
                </a:ext>
              </a:extLst>
            </p:cNvPr>
            <p:cNvSpPr txBox="1"/>
            <p:nvPr/>
          </p:nvSpPr>
          <p:spPr>
            <a:xfrm>
              <a:off x="173285" y="184704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</a:t>
              </a:r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2025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EA91EB87-657C-F7C3-3AD2-6CF78EA5C382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5C02882F-F4E6-53F3-13E3-358D6CD7C03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473D5C96-CBDD-2275-F800-6AE4DB2C7CA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24598321-3503-1FB7-8142-0588528552AE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91DD08CA-4DDD-1FD3-8498-0672F25E0CA3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0B483D65-46F9-98CD-EEED-D92AF3402340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9650F853-2090-7129-DFDB-92546A7B68CF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06500647-4C04-A867-412E-65905F763DC4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13F34640-6FC9-7553-D791-448B0BE6DFD7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CF6BFD-9725-1C85-69F1-1D17C46DF27A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99D9287-5648-3306-86A5-014568173F1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C14AF3E1-A16D-E5CB-638A-1D0E4E217B7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68890F48-5820-D449-9479-BAA1863543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323F218-C1BC-DA09-F89A-F584123D703E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19A5188-8075-3C2E-6E01-C6E5960090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77702A68-F006-D08B-F0D7-CBA378322D4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BA635C90-E0AD-8E5B-5FB4-3888A7B7C228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F60CC610-A829-5AAF-48C7-21835A7E3492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4BDBF2E6-F75C-A494-258E-88CD22DB68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790AD698-17DD-E3BD-C376-C777051E3B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645F586-B25C-4946-90E9-B1D93C51D72E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5BC40CC-3543-61AD-9C10-9E47D790A340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2FE449B7-5381-2434-BAE1-DA876884146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A71046A6-00E1-14AE-97ED-8B2E650976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680F5D5F-1D9A-66E3-DD26-34DE8CE9D6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BB0C66A7-D087-4ABC-80E7-DCCDB2ABDE8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F43F0BBC-0C83-6035-1EC6-E6C9A8213C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FD9ED24E-FC81-867C-9BBB-24FBDD9E22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B29D29ED-2A12-89E2-ECB2-F8E56BF56B6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C0F0DD99-048F-E426-2D17-437A474F50E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A4027E03-CB83-6121-A3FD-76FC164E1B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67453022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313B-4499-A0B7-D38F-84C4A019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A729288-AAE4-39CC-0F62-93F25EE412C2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16373B7A-3EF0-F5AF-0E26-9C77F67415CF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3429584C-888F-4648-BFD9-230E608BCCE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97FE6A5-408B-1764-D977-5573B5C1FC59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1FDDBA6-D8DB-F1CF-9419-72B17BE816BA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CFF11C54-6722-9A36-B6F8-72C56C3731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4790CF03-B185-5A1E-20A4-0B699342A554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85D99D74-52CC-06CB-6874-61261C0888DD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DDA1417A-05CC-3D55-DDDE-DB731A02FCB4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652A3925-2473-9ED2-BECF-4005F0C41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World Models generation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AE4209DB-3255-17E2-5553-CA19CABB416A}"/>
              </a:ext>
            </a:extLst>
          </p:cNvPr>
          <p:cNvGrpSpPr/>
          <p:nvPr/>
        </p:nvGrpSpPr>
        <p:grpSpPr>
          <a:xfrm>
            <a:off x="173285" y="1338607"/>
            <a:ext cx="2884979" cy="1143873"/>
            <a:chOff x="173285" y="1328097"/>
            <a:chExt cx="2884979" cy="1143873"/>
          </a:xfrm>
        </p:grpSpPr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DBABCAEB-5D0D-56D8-2C72-E8A1F8F0D933}"/>
                </a:ext>
              </a:extLst>
            </p:cNvPr>
            <p:cNvSpPr txBox="1"/>
            <p:nvPr/>
          </p:nvSpPr>
          <p:spPr>
            <a:xfrm>
              <a:off x="202060" y="1328097"/>
              <a:ext cx="2206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Katz et al, NeurIPS 2024</a:t>
              </a: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D6A32C8D-413D-AD3D-C99B-DCD20F19E1AA}"/>
                </a:ext>
              </a:extLst>
            </p:cNvPr>
            <p:cNvSpPr txBox="1"/>
            <p:nvPr/>
          </p:nvSpPr>
          <p:spPr>
            <a:xfrm>
              <a:off x="173881" y="1585877"/>
              <a:ext cx="288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Cao et al, ICAPS 2026</a:t>
              </a: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6FD2EDD6-9B6A-CD84-80D5-2AD98228611C}"/>
                </a:ext>
              </a:extLst>
            </p:cNvPr>
            <p:cNvSpPr txBox="1"/>
            <p:nvPr/>
          </p:nvSpPr>
          <p:spPr>
            <a:xfrm>
              <a:off x="179323" y="2133416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Tuisov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et al, ICAPS 2026</a:t>
              </a: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1B37B482-FD67-20B4-46D8-86994747BD74}"/>
                </a:ext>
              </a:extLst>
            </p:cNvPr>
            <p:cNvSpPr txBox="1"/>
            <p:nvPr/>
          </p:nvSpPr>
          <p:spPr>
            <a:xfrm>
              <a:off x="173285" y="1847043"/>
              <a:ext cx="2471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Correa et al, </a:t>
              </a:r>
              <a:r>
                <a:rPr lang="en-US" sz="1600" b="1" dirty="0" err="1">
                  <a:solidFill>
                    <a:schemeClr val="accent1">
                      <a:lumMod val="75000"/>
                    </a:schemeClr>
                  </a:solidFill>
                </a:rPr>
                <a:t>NeurIPS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 2025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45F16ADE-8E38-A3BA-90F9-8520CDFBD621}"/>
              </a:ext>
            </a:extLst>
          </p:cNvPr>
          <p:cNvGrpSpPr/>
          <p:nvPr/>
        </p:nvGrpSpPr>
        <p:grpSpPr>
          <a:xfrm>
            <a:off x="8492047" y="1438294"/>
            <a:ext cx="1312854" cy="665341"/>
            <a:chOff x="8546179" y="5706967"/>
            <a:chExt cx="1312854" cy="665341"/>
          </a:xfrm>
        </p:grpSpPr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69C2A838-FDD6-E34B-A907-DAB46ED6ABA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A6F7C0E9-2988-CCCE-3FCE-B439206B7DF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86FA6494-BFF4-B424-8CD8-2F470A7D0D01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7E575DD1-9501-14FE-A728-720E09A7DA99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A36728C1-A8F0-EFDE-A82D-84C964F04419}"/>
              </a:ext>
            </a:extLst>
          </p:cNvPr>
          <p:cNvGrpSpPr/>
          <p:nvPr/>
        </p:nvGrpSpPr>
        <p:grpSpPr>
          <a:xfrm>
            <a:off x="3878071" y="1381042"/>
            <a:ext cx="4612180" cy="1051916"/>
            <a:chOff x="3121502" y="4031327"/>
            <a:chExt cx="4612180" cy="1051916"/>
          </a:xfrm>
        </p:grpSpPr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B20C82E1-4C19-5660-7188-E0BCF93594B8}"/>
                </a:ext>
              </a:extLst>
            </p:cNvPr>
            <p:cNvSpPr txBox="1"/>
            <p:nvPr/>
          </p:nvSpPr>
          <p:spPr>
            <a:xfrm>
              <a:off x="4698987" y="4064174"/>
              <a:ext cx="2471753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search components generator 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7A2274B6-C74E-1CEF-C47E-DFE913C11437}"/>
                </a:ext>
              </a:extLst>
            </p:cNvPr>
            <p:cNvGrpSpPr/>
            <p:nvPr/>
          </p:nvGrpSpPr>
          <p:grpSpPr>
            <a:xfrm>
              <a:off x="3121502" y="4031327"/>
              <a:ext cx="4612180" cy="1051916"/>
              <a:chOff x="3880220" y="3400661"/>
              <a:chExt cx="4612180" cy="1051916"/>
            </a:xfrm>
          </p:grpSpPr>
          <p:sp>
            <p:nvSpPr>
              <p:cNvPr id="1120" name="Rounded Rectangle 1119">
                <a:extLst>
                  <a:ext uri="{FF2B5EF4-FFF2-40B4-BE49-F238E27FC236}">
                    <a16:creationId xmlns:a16="http://schemas.microsoft.com/office/drawing/2014/main" id="{35CB82EA-2B0F-6C15-3049-139CD5233526}"/>
                  </a:ext>
                </a:extLst>
              </p:cNvPr>
              <p:cNvSpPr/>
              <p:nvPr/>
            </p:nvSpPr>
            <p:spPr>
              <a:xfrm>
                <a:off x="3880220" y="3400661"/>
                <a:ext cx="4612180" cy="1047824"/>
              </a:xfrm>
              <a:prstGeom prst="roundRect">
                <a:avLst/>
              </a:prstGeom>
              <a:solidFill>
                <a:schemeClr val="accent1">
                  <a:alpha val="43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D18E0D-A6E0-F748-0035-50ABD90BE189}"/>
                  </a:ext>
                </a:extLst>
              </p:cNvPr>
              <p:cNvSpPr txBox="1"/>
              <p:nvPr/>
            </p:nvSpPr>
            <p:spPr>
              <a:xfrm>
                <a:off x="3975801" y="3541074"/>
                <a:ext cx="936739" cy="8573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Search components code (black box model)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81AAD4A-350D-37F8-E1DE-674CC33E7D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72519" y="3710088"/>
                <a:ext cx="221402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>
                <a:extLst>
                  <a:ext uri="{FF2B5EF4-FFF2-40B4-BE49-F238E27FC236}">
                    <a16:creationId xmlns:a16="http://schemas.microsoft.com/office/drawing/2014/main" id="{5AAAFB2C-691A-8E17-C402-CEBDE586B6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72519" y="4237389"/>
                <a:ext cx="292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>
                <a:extLst>
                  <a:ext uri="{FF2B5EF4-FFF2-40B4-BE49-F238E27FC236}">
                    <a16:creationId xmlns:a16="http://schemas.microsoft.com/office/drawing/2014/main" id="{9944D284-BE25-7F56-DE9E-8430DD34576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091331" y="4237389"/>
                <a:ext cx="567403" cy="10786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lg" len="lg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FD7B30F5-F4B0-0D78-C3A6-F567991F8CD0}"/>
                  </a:ext>
                </a:extLst>
              </p:cNvPr>
              <p:cNvGrpSpPr/>
              <p:nvPr/>
            </p:nvGrpSpPr>
            <p:grpSpPr>
              <a:xfrm>
                <a:off x="4938489" y="3598455"/>
                <a:ext cx="795114" cy="795114"/>
                <a:chOff x="8251677" y="1916963"/>
                <a:chExt cx="795114" cy="79511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8F17F4D-5055-AEED-1C52-A7F1FF37EA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251677" y="1916963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0" name="Picture 8" descr="Coding ">
                  <a:extLst>
                    <a:ext uri="{FF2B5EF4-FFF2-40B4-BE49-F238E27FC236}">
                      <a16:creationId xmlns:a16="http://schemas.microsoft.com/office/drawing/2014/main" id="{CAF92F60-7B76-0CE1-A18E-6BE3D3F95F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37821" y="2103044"/>
                  <a:ext cx="406347" cy="4063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47" name="Group 1046">
                <a:extLst>
                  <a:ext uri="{FF2B5EF4-FFF2-40B4-BE49-F238E27FC236}">
                    <a16:creationId xmlns:a16="http://schemas.microsoft.com/office/drawing/2014/main" id="{08B9FA80-4453-523E-21D8-C344C0351D65}"/>
                  </a:ext>
                </a:extLst>
              </p:cNvPr>
              <p:cNvGrpSpPr/>
              <p:nvPr/>
            </p:nvGrpSpPr>
            <p:grpSpPr>
              <a:xfrm>
                <a:off x="5710995" y="3780991"/>
                <a:ext cx="1372661" cy="671586"/>
                <a:chOff x="5643165" y="4422291"/>
                <a:chExt cx="1082209" cy="671586"/>
              </a:xfrm>
            </p:grpSpPr>
            <p:grpSp>
              <p:nvGrpSpPr>
                <p:cNvPr id="1063" name="Group 1062">
                  <a:extLst>
                    <a:ext uri="{FF2B5EF4-FFF2-40B4-BE49-F238E27FC236}">
                      <a16:creationId xmlns:a16="http://schemas.microsoft.com/office/drawing/2014/main" id="{CED2B155-5F85-F6C6-C246-3C75A61CF17F}"/>
                    </a:ext>
                  </a:extLst>
                </p:cNvPr>
                <p:cNvGrpSpPr/>
                <p:nvPr/>
              </p:nvGrpSpPr>
              <p:grpSpPr>
                <a:xfrm>
                  <a:off x="5857721" y="4422291"/>
                  <a:ext cx="867653" cy="620330"/>
                  <a:chOff x="9994816" y="1149802"/>
                  <a:chExt cx="867653" cy="620330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67438F6D-8464-18BB-A81D-9F27B9C9AF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994816" y="1149802"/>
                    <a:ext cx="867653" cy="620330"/>
                  </a:xfrm>
                  <a:prstGeom prst="rect">
                    <a:avLst/>
                  </a:prstGeom>
                  <a:solidFill>
                    <a:srgbClr val="FFF1F1"/>
                  </a:solidFill>
                  <a:ln w="19050">
                    <a:solidFill>
                      <a:srgbClr val="FA4D56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57" name="Graphic 56" descr="Search Inventory with solid fill">
                    <a:extLst>
                      <a:ext uri="{FF2B5EF4-FFF2-40B4-BE49-F238E27FC236}">
                        <a16:creationId xmlns:a16="http://schemas.microsoft.com/office/drawing/2014/main" id="{8E22A4E3-C1F5-AC32-CD49-2AE0605540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449469" y="1155596"/>
                    <a:ext cx="377688" cy="45714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3FA8F08-8CCD-209A-0E80-62C31C595D5D}"/>
                    </a:ext>
                  </a:extLst>
                </p:cNvPr>
                <p:cNvSpPr txBox="1"/>
                <p:nvPr/>
              </p:nvSpPr>
              <p:spPr>
                <a:xfrm>
                  <a:off x="5643165" y="4617689"/>
                  <a:ext cx="952376" cy="47618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Search </a:t>
                  </a:r>
                </a:p>
                <a:p>
                  <a:pPr algn="ctr" defTabSz="1218956">
                    <a:lnSpc>
                      <a:spcPct val="110000"/>
                    </a:lnSpc>
                    <a:buSzPct val="100000"/>
                  </a:pPr>
                  <a:r>
                    <a:rPr lang="en-US" sz="1200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algorithm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A5EF2370-1372-259A-21E8-C5476B4BFE1D}"/>
                  </a:ext>
                </a:extLst>
              </p:cNvPr>
              <p:cNvGrpSpPr/>
              <p:nvPr/>
            </p:nvGrpSpPr>
            <p:grpSpPr>
              <a:xfrm>
                <a:off x="7693893" y="4034860"/>
                <a:ext cx="773317" cy="381910"/>
                <a:chOff x="7498472" y="1277142"/>
                <a:chExt cx="773317" cy="38191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667C1024-F6C9-FED1-77E6-4AF57CCAA73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890839" y="1277142"/>
                  <a:ext cx="380950" cy="380433"/>
                  <a:chOff x="3293553" y="4938168"/>
                  <a:chExt cx="845421" cy="845419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0A9C60FB-0869-882C-78DE-7D6D8FE055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3293553" y="4938168"/>
                    <a:ext cx="845421" cy="8454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8" name="Graphic 1047" descr="Transfer with solid fill">
                    <a:extLst>
                      <a:ext uri="{FF2B5EF4-FFF2-40B4-BE49-F238E27FC236}">
                        <a16:creationId xmlns:a16="http://schemas.microsoft.com/office/drawing/2014/main" id="{48524C4D-A17D-D8A3-F606-B982DDFCD2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15976" y="5157680"/>
                    <a:ext cx="457140" cy="45714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CA1938AB-1B3A-9F19-6CC2-23AA25ABF65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498472" y="1281450"/>
                  <a:ext cx="380292" cy="377602"/>
                  <a:chOff x="1429103" y="4084579"/>
                  <a:chExt cx="842519" cy="84252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8D8238DF-406D-F25D-590B-9E13317AB3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429103" y="4084579"/>
                    <a:ext cx="842519" cy="84252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  <a:effectLst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wrap="square" lIns="45714" tIns="45714" rIns="45714" bIns="45714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0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30" name="Graphic 1029" descr="Route (Two Pins With A Path) with solid fill">
                    <a:extLst>
                      <a:ext uri="{FF2B5EF4-FFF2-40B4-BE49-F238E27FC236}">
                        <a16:creationId xmlns:a16="http://schemas.microsoft.com/office/drawing/2014/main" id="{8F6D41FC-A150-98BA-EE36-F89F761962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06970" y="4288688"/>
                    <a:ext cx="457141" cy="45714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6" name="Group 1085">
                <a:extLst>
                  <a:ext uri="{FF2B5EF4-FFF2-40B4-BE49-F238E27FC236}">
                    <a16:creationId xmlns:a16="http://schemas.microsoft.com/office/drawing/2014/main" id="{3E516BE5-EF2C-2A08-874A-8DD64EA88E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81855" y="3447878"/>
                <a:ext cx="561901" cy="563643"/>
                <a:chOff x="2706216" y="2534577"/>
                <a:chExt cx="939638" cy="1039482"/>
              </a:xfrm>
            </p:grpSpPr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7EC71B05-25C2-8F44-18E1-593F294B6C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706216" y="2534577"/>
                  <a:ext cx="939638" cy="1039482"/>
                </a:xfrm>
                <a:prstGeom prst="ellipse">
                  <a:avLst/>
                </a:prstGeom>
                <a:solidFill>
                  <a:srgbClr val="FFD6E8"/>
                </a:solidFill>
                <a:ln w="19050">
                  <a:solidFill>
                    <a:srgbClr val="EE539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88" name="Picture 1087">
                  <a:extLst>
                    <a:ext uri="{FF2B5EF4-FFF2-40B4-BE49-F238E27FC236}">
                      <a16:creationId xmlns:a16="http://schemas.microsoft.com/office/drawing/2014/main" id="{04D8B9DC-46CF-E3A2-63DE-443CC2B09E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3410" y="2809340"/>
                  <a:ext cx="620646" cy="620646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FC08529-EAC6-5579-4F51-8B3673FBD5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92" y="2911647"/>
            <a:ext cx="9648774" cy="3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7098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5412-5D2C-1C4B-10A9-CBFD0D43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90539A2-58CC-3E0B-35A2-30D1AEECB0A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784B0F7-CE7E-508F-EDC2-96346A2E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DAEEE-BC19-D8B6-F189-15AA7EE7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B06862-3C90-3D17-B071-520879479D4A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98906200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C014-9F61-EC7C-04E9-AB90EC49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FD39637A-8A18-972E-19C9-3E14A0EE81F6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37B9F77C-96B6-4CDC-BB4F-3A28B598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D8AD6-4FDC-BFAA-068F-54A8D046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3082E-8BC7-3D13-1E68-BC8EC541672E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1690B-D38C-4541-56D5-798EC72BE7AE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61362235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EE1E-7450-50F6-3D23-1853BF9B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84C0FE7-202E-AC21-6FE5-1A9947E1C4CD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EF8FE0A-E78E-647B-FF0F-286F1926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6CB4DC-987D-CD3B-3276-C93C3F201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3DB8E1-D5CA-6BDE-FEA4-ACFD3BE67992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E9E92-5AE4-9CCB-B251-E9553E96BB27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B14C6-BE12-D948-B606-A5AAE5CA1684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73230434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411E-D645-1251-6ECC-1E495B13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E278EE1-B1FB-30BE-1410-C3AF43B1FEE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F28B8029-C84A-B418-97B4-39EFF45F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2503B-6676-6EF6-D948-113C3ACF6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859873-C627-6D5B-3281-C67FCE226536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F8DB22-940E-01D3-8AD6-0564A5C26EB4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C7EB4-09F1-620C-9036-56DEF73F892E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F1B1A-B187-AD00-4D9E-20602D544790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80612305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1201-9DBD-21FD-7D6A-23E9A6CF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4B2B1A2-0CF2-17DE-2208-4DBAC29E2221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47D3EBCA-EAA0-1E94-272E-E96D6179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88BD0-E0F6-35E1-FFB5-99CCAA78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1C88E1C-D892-B40B-CDC9-A2F670135502}"/>
              </a:ext>
            </a:extLst>
          </p:cNvPr>
          <p:cNvGrpSpPr/>
          <p:nvPr/>
        </p:nvGrpSpPr>
        <p:grpSpPr>
          <a:xfrm>
            <a:off x="4475748" y="2935709"/>
            <a:ext cx="7427012" cy="3175206"/>
            <a:chOff x="1064248" y="2708361"/>
            <a:chExt cx="8117586" cy="3063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6A1D8B-3106-DF9E-4B15-9187FCD79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9" t="10417" r="2127" b="3008"/>
            <a:stretch>
              <a:fillRect/>
            </a:stretch>
          </p:blipFill>
          <p:spPr>
            <a:xfrm>
              <a:off x="1064248" y="2708361"/>
              <a:ext cx="8113986" cy="306319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F85063-9F69-19F8-89C9-5505E5C49480}"/>
                </a:ext>
              </a:extLst>
            </p:cNvPr>
            <p:cNvSpPr/>
            <p:nvPr/>
          </p:nvSpPr>
          <p:spPr>
            <a:xfrm>
              <a:off x="1064248" y="5515352"/>
              <a:ext cx="8117586" cy="21186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93F56F7-5ADF-8D53-AF78-A61AD5EA2275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98E22-EAE6-8369-308E-1A0D066D4E2A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1D600-4FE8-FECE-F931-F48E3CD2F5CE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BBEFF-9AD7-A639-1015-55EAEB0075AF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56646746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9C6F-7A86-8C35-8F31-508E1968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E5C1DD9-9AC8-A6FA-167C-204EC8036A6D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5F94582E-C253-9035-2E65-B4577C15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97550-5576-D883-C396-82FAB4F3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BACCFB5-E070-E9D1-B267-4AC70C4A3DF6}"/>
              </a:ext>
            </a:extLst>
          </p:cNvPr>
          <p:cNvGrpSpPr/>
          <p:nvPr/>
        </p:nvGrpSpPr>
        <p:grpSpPr>
          <a:xfrm>
            <a:off x="4475748" y="2935709"/>
            <a:ext cx="7427012" cy="3175206"/>
            <a:chOff x="1064248" y="2708361"/>
            <a:chExt cx="8117586" cy="3063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21B5EC-8D0E-8BBC-AFF6-2B8D38AEA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9" t="10417" r="2127" b="3008"/>
            <a:stretch>
              <a:fillRect/>
            </a:stretch>
          </p:blipFill>
          <p:spPr>
            <a:xfrm>
              <a:off x="1064248" y="2708361"/>
              <a:ext cx="8113986" cy="306319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224C3-8DBA-9B40-4E53-CD3E039DDD21}"/>
                </a:ext>
              </a:extLst>
            </p:cNvPr>
            <p:cNvSpPr/>
            <p:nvPr/>
          </p:nvSpPr>
          <p:spPr>
            <a:xfrm>
              <a:off x="1064248" y="5515352"/>
              <a:ext cx="8117586" cy="21186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12FBB6-B1C7-F19B-B650-23CA6B84CFE5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6D4EC-87E8-7836-71A9-BFBA0F9F5D01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C6BAD-EB80-4307-0B6F-45E8D939DCEC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09890-7C35-D2D9-FA66-2665A3E58B0B}"/>
              </a:ext>
            </a:extLst>
          </p:cNvPr>
          <p:cNvSpPr txBox="1"/>
          <p:nvPr/>
        </p:nvSpPr>
        <p:spPr>
          <a:xfrm>
            <a:off x="4399548" y="6263066"/>
            <a:ext cx="498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Limitation: need human in the loop!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D3B470-AE5E-9F23-E48A-EA8CE21F857C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592562500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FE14-73A3-719E-CF45-3E7141F6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4AA71222-9EAE-6A3A-F88D-140FA5C19EB2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23C6A89-9E61-4C29-DC37-F4549EDB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Automating Thought of Search (</a:t>
            </a:r>
            <a:r>
              <a:rPr lang="en-US" sz="4400" dirty="0" err="1"/>
              <a:t>AutoToS</a:t>
            </a:r>
            <a:r>
              <a:rPr lang="en-US" sz="4400" dirty="0"/>
              <a:t>)</a:t>
            </a:r>
          </a:p>
        </p:txBody>
      </p:sp>
      <p:pic>
        <p:nvPicPr>
          <p:cNvPr id="2" name="Picture 1" descr="A robot thinking about a problem&#10;&#10;AI-generated content may be incorrect.">
            <a:extLst>
              <a:ext uri="{FF2B5EF4-FFF2-40B4-BE49-F238E27FC236}">
                <a16:creationId xmlns:a16="http://schemas.microsoft.com/office/drawing/2014/main" id="{457DB2B3-5031-8207-3392-8EC6F70C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1" y="828971"/>
            <a:ext cx="4447826" cy="422659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B43C4B-CAD6-AFD4-5357-813FA59E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49" y="2851768"/>
            <a:ext cx="4828856" cy="102957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C9F0FB60-FD61-019E-B22F-A1225A3A8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146" y="4679996"/>
            <a:ext cx="5244831" cy="10458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4D4BA-C94B-E82B-F56F-97D2FDCCD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760" y="1940651"/>
            <a:ext cx="4997349" cy="939800"/>
          </a:xfrm>
          <a:prstGeom prst="rect">
            <a:avLst/>
          </a:prstGeom>
        </p:spPr>
      </p:pic>
      <p:pic>
        <p:nvPicPr>
          <p:cNvPr id="8" name="Picture 7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00A7F8FF-4DA0-FBE6-B51F-A07B2ECD00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72" y="5309045"/>
            <a:ext cx="5016595" cy="1332767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17E09179-91A3-13DA-16FF-739343B87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7802" y="5840144"/>
            <a:ext cx="4785193" cy="863600"/>
          </a:xfrm>
          <a:prstGeom prst="rect">
            <a:avLst/>
          </a:prstGeom>
        </p:spPr>
      </p:pic>
      <p:pic>
        <p:nvPicPr>
          <p:cNvPr id="10" name="Picture 9" descr="A close-up of a text&#10;&#10;AI-generated content may be incorrect.">
            <a:extLst>
              <a:ext uri="{FF2B5EF4-FFF2-40B4-BE49-F238E27FC236}">
                <a16:creationId xmlns:a16="http://schemas.microsoft.com/office/drawing/2014/main" id="{6F21205A-753E-5843-448F-88B9C98DF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2895" y="948130"/>
            <a:ext cx="4770197" cy="9398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59849D-9B83-7498-D718-EB9B0DA250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2817" y="3833218"/>
            <a:ext cx="4991870" cy="1099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120FA-E1E6-67FE-260A-B1D3E050CE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9557" y="828971"/>
            <a:ext cx="3682494" cy="4751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2B3DB9-CF71-82FC-C84B-14EA650EF3BE}"/>
              </a:ext>
            </a:extLst>
          </p:cNvPr>
          <p:cNvSpPr txBox="1"/>
          <p:nvPr/>
        </p:nvSpPr>
        <p:spPr>
          <a:xfrm>
            <a:off x="10220342" y="525558"/>
            <a:ext cx="2066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Cao et al, ICAPS 2026</a:t>
            </a:r>
          </a:p>
        </p:txBody>
      </p:sp>
    </p:spTree>
    <p:extLst>
      <p:ext uri="{BB962C8B-B14F-4D97-AF65-F5344CB8AC3E}">
        <p14:creationId xmlns:p14="http://schemas.microsoft.com/office/powerpoint/2010/main" val="56378710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77376B-3505-5ABB-3196-DA38B825748B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463491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/>
              <a:t>AutoToS</a:t>
            </a:r>
            <a:r>
              <a:rPr lang="en-US" sz="4400" dirty="0"/>
              <a:t>: 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8AEE49-D26E-1811-05E7-411BC6F7D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60" y="640907"/>
            <a:ext cx="9271591" cy="61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27084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B802-912F-DA11-730B-A5622812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B899AB9-C5F4-3792-D13E-C857E0379F29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E7FCDC0-2D6C-1189-0A0D-7BC4EF7F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561BF8-6B4E-D6EF-0125-FA5439C3D31D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1DB8B-5F6F-9E86-DAF1-F63A3F512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6274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3EE6-6087-E164-47C7-78AD863B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9F3B899-2AA2-4CDD-3E89-9CB594FEE033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8539B89A-E2BD-95A4-D147-554C7B40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C43FC-FAFA-24B9-2C56-8804A30444A7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879B81-F19B-DEFF-E0B6-25880A31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80B13E-7517-630C-7AF1-AAC2EB82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9419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F302-D9D6-81A0-C3F1-6071AD0D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7ADA5451-95CC-633C-71C8-C81DA838FB05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EB384213-12CB-5D19-373F-565E5299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011677-0ABA-0C45-4C05-D8D242F3809E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B0F493-7188-EFD9-29E9-7B948C6D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D87BD6-5F5F-F1B9-BEE1-AABFE2A66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74C446-0848-9321-3DC4-0EA3765CE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6696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AC781-DC16-4326-4B8D-0BBE8019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03E8901-B50D-742C-2B4D-EC7DE822C8B1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26FC20F5-1BF4-9CD0-EF5F-101FD5BB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1FCFD-6B7D-648D-6EAB-130AAE21B7E9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985EF-6620-0599-E61D-95D102061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60F668-80AF-06C5-4D7B-216E586BFF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2E3BE0-F514-5D49-171A-BE910A39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C419C5-9E3A-8991-183A-5E201146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9995" b="38793"/>
          <a:stretch>
            <a:fillRect/>
          </a:stretch>
        </p:blipFill>
        <p:spPr>
          <a:xfrm>
            <a:off x="5029049" y="1581889"/>
            <a:ext cx="6391206" cy="29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633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BAFEC-53F8-0F1A-1C07-39679E1B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76AD4DC-CC99-679C-6154-D0D03EFD56C4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F7F9C99-F0BF-4B39-5C76-05123C55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803BC-DB73-234B-6C00-33AD8C70A50C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45988B-E521-83C2-BB78-19C750C331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0759F9-35D4-FA13-517F-C736C1D68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25887-CB5A-AA54-D10C-54E961CF8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9D64BA-6A41-B617-7615-5DC2A3B2A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91" t="61046" b="1"/>
          <a:stretch>
            <a:fillRect/>
          </a:stretch>
        </p:blipFill>
        <p:spPr>
          <a:xfrm>
            <a:off x="5059679" y="4476599"/>
            <a:ext cx="6360576" cy="2201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F2775E-0706-380D-54A4-4707C0B4E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9995" b="38793"/>
          <a:stretch>
            <a:fillRect/>
          </a:stretch>
        </p:blipFill>
        <p:spPr>
          <a:xfrm>
            <a:off x="5029049" y="1581889"/>
            <a:ext cx="6391206" cy="29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87639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CC9-A8EF-039B-65C9-1EBC7795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7188AC7-9121-498E-700C-8374AB1441B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BF16A74B-CF46-A7A3-F9D5-4835E0DB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Is it much worse than a human feedback?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838F8-A73B-7033-EEBD-C9EFF7597783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AA6C5-5951-F1EA-1810-48CE05401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42" y="2285999"/>
            <a:ext cx="10324315" cy="30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09704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B8E8-4043-0CD8-08B7-DA7F68BE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D2FA740-3680-4BCA-A102-A3B4E56F307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DA1BA2E5-2829-87E0-8C52-5FFC7597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Does it match the accuracy of </a:t>
            </a:r>
            <a:r>
              <a:rPr lang="en-US" sz="4400" dirty="0" err="1"/>
              <a:t>ToS</a:t>
            </a:r>
            <a:r>
              <a:rPr lang="en-US" sz="4400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B4FE6-CCA9-754A-2E6E-5D6C18FF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74" y="818146"/>
            <a:ext cx="5307202" cy="608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22082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1EEF-6883-E293-A722-2358E655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E4A5671-D934-3AA3-B022-8438C524922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8C42E1B5-5643-5AB1-E26D-D77951E1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Does it match the accuracy of </a:t>
            </a:r>
            <a:r>
              <a:rPr lang="en-US" sz="4400" dirty="0" err="1"/>
              <a:t>ToS</a:t>
            </a:r>
            <a:r>
              <a:rPr lang="en-US" sz="4400" dirty="0"/>
              <a:t>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2A168C-A56C-CF62-34A5-165AB83EFEFE}"/>
              </a:ext>
            </a:extLst>
          </p:cNvPr>
          <p:cNvGrpSpPr/>
          <p:nvPr/>
        </p:nvGrpSpPr>
        <p:grpSpPr>
          <a:xfrm>
            <a:off x="1989222" y="2221827"/>
            <a:ext cx="8213558" cy="3200400"/>
            <a:chOff x="5366602" y="1580147"/>
            <a:chExt cx="6536640" cy="201328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2B868F-558C-2C57-4E52-2DD4AF20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6602" y="1580147"/>
              <a:ext cx="6536640" cy="201328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322ED3-1495-33C9-AA46-CCADB8BE49FF}"/>
                </a:ext>
              </a:extLst>
            </p:cNvPr>
            <p:cNvSpPr/>
            <p:nvPr/>
          </p:nvSpPr>
          <p:spPr>
            <a:xfrm>
              <a:off x="9554131" y="2970973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D7F739-0AC2-A1C4-8352-EF86E40364DE}"/>
                </a:ext>
              </a:extLst>
            </p:cNvPr>
            <p:cNvSpPr/>
            <p:nvPr/>
          </p:nvSpPr>
          <p:spPr>
            <a:xfrm>
              <a:off x="7262639" y="2467238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0966673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7230-5444-F3FA-BB34-BA6A6AC6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48AB49A-B1D7-64B7-37D8-DD832825E491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F8C41EF2-9A08-0CEE-399C-C09072DA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7" y="43092"/>
            <a:ext cx="12201428" cy="587530"/>
          </a:xfrm>
        </p:spPr>
        <p:txBody>
          <a:bodyPr>
            <a:noAutofit/>
          </a:bodyPr>
          <a:lstStyle/>
          <a:p>
            <a:r>
              <a:rPr lang="en-US" sz="4400" dirty="0"/>
              <a:t>Heuristics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F285C-CF67-8A32-ABD7-99F20C09F039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214197156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9774-7AD9-A160-7F8F-7A874ECA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6A402DB-D0E8-E423-8E40-A2193394737F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BAF7224-82B9-82AE-88A8-C4E13E12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7" y="43092"/>
            <a:ext cx="12201428" cy="587530"/>
          </a:xfrm>
        </p:spPr>
        <p:txBody>
          <a:bodyPr>
            <a:noAutofit/>
          </a:bodyPr>
          <a:lstStyle/>
          <a:p>
            <a:r>
              <a:rPr lang="en-US" sz="4400" dirty="0"/>
              <a:t>Heuristics generation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D3E9B5-1C7D-0FEF-B9E1-56BE5A3A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" t="3009" r="1627" b="5351"/>
          <a:stretch>
            <a:fillRect/>
          </a:stretch>
        </p:blipFill>
        <p:spPr>
          <a:xfrm>
            <a:off x="66171" y="1388514"/>
            <a:ext cx="12069507" cy="2783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353407-2E92-0A0C-A2E0-ECD931C0B690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042260928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3948-FB2F-D227-7048-BB8C9FC1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98752320-55D9-2F2E-C37F-AFDAAA17C901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E30F2B46-28D2-2228-CBF5-38445771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7" y="43092"/>
            <a:ext cx="12201428" cy="587530"/>
          </a:xfrm>
        </p:spPr>
        <p:txBody>
          <a:bodyPr>
            <a:noAutofit/>
          </a:bodyPr>
          <a:lstStyle/>
          <a:p>
            <a:r>
              <a:rPr lang="en-US" sz="4400" dirty="0"/>
              <a:t>Heuristics generation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089A4E-A8D2-53CF-A07A-79E8DABD1A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" t="3009" r="1627" b="5351"/>
          <a:stretch>
            <a:fillRect/>
          </a:stretch>
        </p:blipFill>
        <p:spPr>
          <a:xfrm>
            <a:off x="66171" y="1388514"/>
            <a:ext cx="12069507" cy="27837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4F492C-224B-6517-54E9-FE075CC24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343" y="4484519"/>
            <a:ext cx="9241028" cy="2069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E83F29-8266-E148-347C-100A734115E9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39297222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AE0F-27A0-E06F-E129-62F30D3C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44239BC-83D7-A4DF-470E-DFEF435B543B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38277F-426B-7493-5434-E407A26DC268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310818-E161-940C-1B97-1F28DBDD6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EF074C1-BFA2-0821-A4B7-4A08DA12E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1CA196-8A01-1021-87A3-39AC11C941E2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B06C6-6489-6A50-FC87-91B9D3F6CE55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100038260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A936C-B2AC-65EE-8828-71874D21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CF8931-9071-755C-4C63-1B010649E8D9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3B795B-10A8-54E9-E4A0-FC7EC6B1FA1C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2CB853-06E5-5028-FF13-538EBD67B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CA7540E-1685-8C67-07B8-F850F7CE2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E5BD00-A493-4CCC-97A1-BB9275216BA3}"/>
              </a:ext>
            </a:extLst>
          </p:cNvPr>
          <p:cNvSpPr/>
          <p:nvPr/>
        </p:nvSpPr>
        <p:spPr>
          <a:xfrm>
            <a:off x="4951550" y="3081527"/>
            <a:ext cx="2824986" cy="3154680"/>
          </a:xfrm>
          <a:prstGeom prst="roundRect">
            <a:avLst>
              <a:gd name="adj" fmla="val 2658"/>
            </a:avLst>
          </a:prstGeom>
          <a:solidFill>
            <a:srgbClr val="FFC0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87C6B-F103-6F29-B749-3A63DC9CB756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3501E-C951-E642-16AE-4651DDFCCFD3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637978714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3997-38BC-6C94-BB9A-BD492E18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64E30A0-6122-F18B-9FF9-66885A32D466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BDC190-EA64-3ECB-82DA-C5321F097B42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5D82DB2-2BD2-4B02-3DDE-9C5F93D2C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F4EB9F8-5042-134D-0295-9F7D068F2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A4BD55-E787-BFCD-1E59-984A88351141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309D3-259B-79E8-3CFF-E36C8EFEDEEA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4EF0F2-537D-846D-13AB-EF418FF95215}"/>
              </a:ext>
            </a:extLst>
          </p:cNvPr>
          <p:cNvSpPr/>
          <p:nvPr/>
        </p:nvSpPr>
        <p:spPr>
          <a:xfrm>
            <a:off x="4951550" y="3081527"/>
            <a:ext cx="2824986" cy="3154680"/>
          </a:xfrm>
          <a:prstGeom prst="roundRect">
            <a:avLst>
              <a:gd name="adj" fmla="val 2658"/>
            </a:avLst>
          </a:prstGeom>
          <a:solidFill>
            <a:srgbClr val="FFC0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95DA608-A84F-8C63-D5D0-5E32EC2FEE40}"/>
              </a:ext>
            </a:extLst>
          </p:cNvPr>
          <p:cNvSpPr/>
          <p:nvPr/>
        </p:nvSpPr>
        <p:spPr>
          <a:xfrm>
            <a:off x="1895395" y="3081527"/>
            <a:ext cx="2008783" cy="3154680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213228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1E999-4E76-5643-43B2-8AFDD354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FB3CB247-9C90-D942-3F88-70D77C6F2D24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420465-E7C5-79AC-6A78-371EAC8792E8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D6A194-B630-6E6C-90D0-37266B080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7E545E5-0FF4-BB48-7600-522CEB646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D1B016-3872-EE3E-04C0-930585D19437}"/>
              </a:ext>
            </a:extLst>
          </p:cNvPr>
          <p:cNvSpPr/>
          <p:nvPr/>
        </p:nvSpPr>
        <p:spPr>
          <a:xfrm>
            <a:off x="3904177" y="3081528"/>
            <a:ext cx="1047373" cy="3154680"/>
          </a:xfrm>
          <a:prstGeom prst="roundRect">
            <a:avLst>
              <a:gd name="adj" fmla="val 8126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9AAD3-9535-2C01-824B-71F0E22BF49F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6AACD-1398-88B8-AA91-490FFC483BDD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159D2D-AD78-C076-8AF5-CE941C42A49A}"/>
              </a:ext>
            </a:extLst>
          </p:cNvPr>
          <p:cNvSpPr/>
          <p:nvPr/>
        </p:nvSpPr>
        <p:spPr>
          <a:xfrm>
            <a:off x="4951550" y="3081527"/>
            <a:ext cx="2824986" cy="3154680"/>
          </a:xfrm>
          <a:prstGeom prst="roundRect">
            <a:avLst>
              <a:gd name="adj" fmla="val 2658"/>
            </a:avLst>
          </a:prstGeom>
          <a:solidFill>
            <a:srgbClr val="FFC0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1C4FC6-287F-5830-F3C7-B85E314D6EC2}"/>
              </a:ext>
            </a:extLst>
          </p:cNvPr>
          <p:cNvSpPr/>
          <p:nvPr/>
        </p:nvSpPr>
        <p:spPr>
          <a:xfrm>
            <a:off x="1895395" y="3081527"/>
            <a:ext cx="2008783" cy="3154680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963005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7309-BC34-149D-6240-65F4DEF3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F36CCF3D-6CAE-8A4E-1B2C-BF4B897CD4B0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56E74C-49FF-3F02-3A27-1A1BC3C62509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661E857-7BCE-5195-BA8B-DE91B1703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45E8A6-D87C-160D-B771-1FAD64232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106EF3-EA4D-BEA4-FACB-01E9A055BEEE}"/>
              </a:ext>
            </a:extLst>
          </p:cNvPr>
          <p:cNvSpPr/>
          <p:nvPr/>
        </p:nvSpPr>
        <p:spPr>
          <a:xfrm>
            <a:off x="4951550" y="3081527"/>
            <a:ext cx="2824986" cy="3154680"/>
          </a:xfrm>
          <a:prstGeom prst="roundRect">
            <a:avLst>
              <a:gd name="adj" fmla="val 2658"/>
            </a:avLst>
          </a:prstGeom>
          <a:solidFill>
            <a:srgbClr val="FFC0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FBC7E3-0BA8-0750-D6D5-1699ADC8B587}"/>
              </a:ext>
            </a:extLst>
          </p:cNvPr>
          <p:cNvSpPr/>
          <p:nvPr/>
        </p:nvSpPr>
        <p:spPr>
          <a:xfrm>
            <a:off x="7776535" y="3081528"/>
            <a:ext cx="3186325" cy="3154680"/>
          </a:xfrm>
          <a:prstGeom prst="roundRect">
            <a:avLst>
              <a:gd name="adj" fmla="val 2490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14088D-EBA3-2D4E-B994-627D94258DD1}"/>
              </a:ext>
            </a:extLst>
          </p:cNvPr>
          <p:cNvSpPr/>
          <p:nvPr/>
        </p:nvSpPr>
        <p:spPr>
          <a:xfrm>
            <a:off x="3904177" y="3081528"/>
            <a:ext cx="1047373" cy="3154680"/>
          </a:xfrm>
          <a:prstGeom prst="roundRect">
            <a:avLst>
              <a:gd name="adj" fmla="val 8126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DEB34E-7DB1-CFBD-85E7-9C5E2DAEEA55}"/>
              </a:ext>
            </a:extLst>
          </p:cNvPr>
          <p:cNvSpPr/>
          <p:nvPr/>
        </p:nvSpPr>
        <p:spPr>
          <a:xfrm>
            <a:off x="1895395" y="3081527"/>
            <a:ext cx="2008783" cy="3154680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87366-6608-BB56-331B-C1B515CC5661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0A359-9CE2-88F4-E301-9C0A1C5A7FDF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4488634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D3B8-764D-1DBA-6FB0-BACC8351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19312A1-5BC4-4448-0993-6D7A77AB5774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56BCD3-EA7D-6FB5-0188-19EA28723CD8}"/>
              </a:ext>
            </a:extLst>
          </p:cNvPr>
          <p:cNvGrpSpPr/>
          <p:nvPr/>
        </p:nvGrpSpPr>
        <p:grpSpPr>
          <a:xfrm>
            <a:off x="447261" y="2723321"/>
            <a:ext cx="11151704" cy="3578087"/>
            <a:chOff x="2574239" y="2325175"/>
            <a:chExt cx="9201119" cy="2388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DAEE19-51D1-4F3B-88AD-94821BAA9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906" r="23784"/>
            <a:stretch>
              <a:fillRect/>
            </a:stretch>
          </p:blipFill>
          <p:spPr>
            <a:xfrm>
              <a:off x="8637087" y="2541933"/>
              <a:ext cx="3138271" cy="2171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F83698-F974-9E4E-1643-EE870EF5C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4239" y="2325175"/>
              <a:ext cx="6072533" cy="2378519"/>
            </a:xfrm>
            <a:prstGeom prst="rect">
              <a:avLst/>
            </a:prstGeom>
          </p:spPr>
        </p:pic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5AC187-1300-8226-1A34-D1515F0EE399}"/>
              </a:ext>
            </a:extLst>
          </p:cNvPr>
          <p:cNvSpPr/>
          <p:nvPr/>
        </p:nvSpPr>
        <p:spPr>
          <a:xfrm>
            <a:off x="10962861" y="3081527"/>
            <a:ext cx="636104" cy="3154680"/>
          </a:xfrm>
          <a:prstGeom prst="roundRect">
            <a:avLst/>
          </a:prstGeom>
          <a:solidFill>
            <a:srgbClr val="00B05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0F8163-62B9-EB98-D442-4B9EAF42FFDA}"/>
              </a:ext>
            </a:extLst>
          </p:cNvPr>
          <p:cNvSpPr/>
          <p:nvPr/>
        </p:nvSpPr>
        <p:spPr>
          <a:xfrm>
            <a:off x="4951550" y="3081527"/>
            <a:ext cx="2824986" cy="3154680"/>
          </a:xfrm>
          <a:prstGeom prst="roundRect">
            <a:avLst>
              <a:gd name="adj" fmla="val 2658"/>
            </a:avLst>
          </a:prstGeom>
          <a:solidFill>
            <a:srgbClr val="FFC0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DEFFFD-A3BF-038B-8DE6-75793D7D3AD7}"/>
              </a:ext>
            </a:extLst>
          </p:cNvPr>
          <p:cNvSpPr/>
          <p:nvPr/>
        </p:nvSpPr>
        <p:spPr>
          <a:xfrm>
            <a:off x="7776535" y="3081528"/>
            <a:ext cx="3186325" cy="3154680"/>
          </a:xfrm>
          <a:prstGeom prst="roundRect">
            <a:avLst>
              <a:gd name="adj" fmla="val 2490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62E0A2-C1C1-E936-76EE-B36F71D5ABA9}"/>
              </a:ext>
            </a:extLst>
          </p:cNvPr>
          <p:cNvSpPr/>
          <p:nvPr/>
        </p:nvSpPr>
        <p:spPr>
          <a:xfrm>
            <a:off x="3904177" y="3081528"/>
            <a:ext cx="1047373" cy="3154680"/>
          </a:xfrm>
          <a:prstGeom prst="roundRect">
            <a:avLst>
              <a:gd name="adj" fmla="val 8126"/>
            </a:avLst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92E3C15-1525-D7B6-21E9-48BC2A0D0E9A}"/>
              </a:ext>
            </a:extLst>
          </p:cNvPr>
          <p:cNvSpPr/>
          <p:nvPr/>
        </p:nvSpPr>
        <p:spPr>
          <a:xfrm>
            <a:off x="1895395" y="3081527"/>
            <a:ext cx="2008783" cy="3154680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CC115-A74F-BAB2-0B3A-DBDA35F057DD}"/>
              </a:ext>
            </a:extLst>
          </p:cNvPr>
          <p:cNvSpPr txBox="1">
            <a:spLocks/>
          </p:cNvSpPr>
          <p:nvPr/>
        </p:nvSpPr>
        <p:spPr>
          <a:xfrm>
            <a:off x="-9427" y="43092"/>
            <a:ext cx="12201428" cy="587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Heuristics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7D649-99D6-2C28-ACD3-0CF03692A19E}"/>
              </a:ext>
            </a:extLst>
          </p:cNvPr>
          <p:cNvSpPr txBox="1"/>
          <p:nvPr/>
        </p:nvSpPr>
        <p:spPr>
          <a:xfrm>
            <a:off x="9775386" y="509642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Correa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326284818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A577F-51FB-D5A1-2A2D-6006F248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4584FC20-1CB3-6DAD-5E20-F6F90C13A0D4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16845AC1-13B2-972E-2087-A5F2A633155B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BA5885-E634-1F1F-3ED0-05E42A842409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0A21A04-E739-5698-9C3E-95FB7A81D8E2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F5B76B1F-5B3D-2101-841B-47C6D187C8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7C0D94E5-EAEB-2E9E-6859-D7CC097C4E85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7A0A5B08-9B8A-48AD-B27E-6BB6381CE48D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C9094250-15F5-A3E4-08BE-8D1BBF18B1B1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2F2C61C8-1136-F8F5-4F81-2174C83D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</p:spTree>
    <p:extLst>
      <p:ext uri="{BB962C8B-B14F-4D97-AF65-F5344CB8AC3E}">
        <p14:creationId xmlns:p14="http://schemas.microsoft.com/office/powerpoint/2010/main" val="6059168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A97D-7D45-54AD-7885-2F4E5BCF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2C360B2-8A1A-A00B-82EB-C1A0E0A0748D}"/>
              </a:ext>
            </a:extLst>
          </p:cNvPr>
          <p:cNvSpPr txBox="1"/>
          <p:nvPr/>
        </p:nvSpPr>
        <p:spPr>
          <a:xfrm>
            <a:off x="7737984" y="133951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26A4517F-FBFB-234D-CA55-DE1B5CD5056A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86E49238-B6CB-A87B-CED8-436DEC5A1137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B0ED87E-CD7C-979C-B385-FE3339282381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B56EFB-FDEA-12DF-4C63-14B0054FBED6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BA9E0C44-E4BC-2D12-C29F-F7B5AC60C0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6CC0D9C7-6202-FB8E-14FB-1D167BE5CB0E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637D90DB-41EB-EFF1-F495-A85FA507EADA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BD653352-0DA5-C348-F66B-080F7121BF1D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FFC758CF-CE4E-DDC3-0EB6-7694ED1F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5F157-B941-B145-02C9-FF95AA943941}"/>
              </a:ext>
            </a:extLst>
          </p:cNvPr>
          <p:cNvSpPr txBox="1"/>
          <p:nvPr/>
        </p:nvSpPr>
        <p:spPr>
          <a:xfrm>
            <a:off x="80340" y="1424437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DACDA-1E7D-E28C-F16C-59A31DBBEB6E}"/>
              </a:ext>
            </a:extLst>
          </p:cNvPr>
          <p:cNvSpPr txBox="1"/>
          <p:nvPr/>
        </p:nvSpPr>
        <p:spPr>
          <a:xfrm>
            <a:off x="92152" y="1035385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CF421-FE7E-CC57-AEC8-610303996C3D}"/>
              </a:ext>
            </a:extLst>
          </p:cNvPr>
          <p:cNvSpPr txBox="1"/>
          <p:nvPr/>
        </p:nvSpPr>
        <p:spPr>
          <a:xfrm>
            <a:off x="79069" y="1219739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4B94B6-5A3B-E331-3C3A-CD92C0F45828}"/>
              </a:ext>
            </a:extLst>
          </p:cNvPr>
          <p:cNvSpPr txBox="1"/>
          <p:nvPr/>
        </p:nvSpPr>
        <p:spPr>
          <a:xfrm>
            <a:off x="87419" y="1616911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17BF3E-ACFC-7D5E-2C5C-DD9E096A5A23}"/>
              </a:ext>
            </a:extLst>
          </p:cNvPr>
          <p:cNvSpPr txBox="1"/>
          <p:nvPr/>
        </p:nvSpPr>
        <p:spPr>
          <a:xfrm>
            <a:off x="94104" y="1818142"/>
            <a:ext cx="312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Tantakoun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ACL Findings 2025</a:t>
            </a:r>
          </a:p>
        </p:txBody>
      </p: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E90C3777-4A4C-DD7E-70CC-253732B8630D}"/>
              </a:ext>
            </a:extLst>
          </p:cNvPr>
          <p:cNvGrpSpPr/>
          <p:nvPr/>
        </p:nvGrpSpPr>
        <p:grpSpPr>
          <a:xfrm>
            <a:off x="8525159" y="1206838"/>
            <a:ext cx="1312854" cy="665341"/>
            <a:chOff x="8546179" y="5706967"/>
            <a:chExt cx="1312854" cy="665341"/>
          </a:xfrm>
        </p:grpSpPr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C331D165-DE02-9E00-8983-3F120BD06DA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C2B0BDC1-42C5-D18C-05ED-CC5AC08C510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80737407-38FF-C920-4BE4-6C98EF5CB8CB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A7D10E50-861D-4283-5F9F-64045FB1EF8A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910E25B8-CAB1-7A8E-AB2C-1A10FBAB9843}"/>
              </a:ext>
            </a:extLst>
          </p:cNvPr>
          <p:cNvGrpSpPr/>
          <p:nvPr/>
        </p:nvGrpSpPr>
        <p:grpSpPr>
          <a:xfrm>
            <a:off x="3846380" y="1142312"/>
            <a:ext cx="4654543" cy="1157440"/>
            <a:chOff x="3867400" y="5758053"/>
            <a:chExt cx="4654543" cy="1157440"/>
          </a:xfrm>
        </p:grpSpPr>
        <p:sp>
          <p:nvSpPr>
            <p:cNvPr id="1116" name="Rounded Rectangle 1115">
              <a:extLst>
                <a:ext uri="{FF2B5EF4-FFF2-40B4-BE49-F238E27FC236}">
                  <a16:creationId xmlns:a16="http://schemas.microsoft.com/office/drawing/2014/main" id="{6D8E6400-7DD0-1DA0-7557-869768F8019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4290347-1C61-3B04-BA83-F6541E436D1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0B94F9C-CC97-27E9-FBB2-3BF0CB9A63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0034962-BB77-1A9D-B579-A9025CDD0E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3C076170-D36D-09D3-21D0-2A7850323E55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241DD22B-448F-093F-8C01-6BEAEDF9925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918EEB9-7A41-805B-7FAA-AB720ABF1A1C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4FBED18-B260-2376-593E-255B35CAD2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6DBC6072-DBA8-F31B-470B-50B947BC7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6974EE67-4954-B6D3-980E-966344338DC0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98452FA4-9A1F-AEF9-1FC0-D95AAD9C4AF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1C259291-BECB-938A-5B35-72B85856E5A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 descr="Transfer with solid fill">
                  <a:extLst>
                    <a:ext uri="{FF2B5EF4-FFF2-40B4-BE49-F238E27FC236}">
                      <a16:creationId xmlns:a16="http://schemas.microsoft.com/office/drawing/2014/main" id="{ACD95B19-C285-FCAC-EACB-93D21D9242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1" name="Group 1040">
                <a:extLst>
                  <a:ext uri="{FF2B5EF4-FFF2-40B4-BE49-F238E27FC236}">
                    <a16:creationId xmlns:a16="http://schemas.microsoft.com/office/drawing/2014/main" id="{242D9BC9-2DDA-1E2D-6741-AE704C9880E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42" name="Oval 1041">
                  <a:extLst>
                    <a:ext uri="{FF2B5EF4-FFF2-40B4-BE49-F238E27FC236}">
                      <a16:creationId xmlns:a16="http://schemas.microsoft.com/office/drawing/2014/main" id="{8FB590B8-F3AA-020E-A5D1-3164C56294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3" name="Graphic 1042" descr="Route (Two Pins With A Path) with solid fill">
                  <a:extLst>
                    <a:ext uri="{FF2B5EF4-FFF2-40B4-BE49-F238E27FC236}">
                      <a16:creationId xmlns:a16="http://schemas.microsoft.com/office/drawing/2014/main" id="{E9133ECB-CBF9-70CF-68D5-F59555D2A0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5BF652F0-AEA0-DC9D-8F8E-FFBA6140F059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A9BF1E6-64E0-8C6F-8BA8-F99C9BE9AEC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1A1A8D4-87D4-9D65-DE6C-DDBA4A89885B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8" name="Graphic 57" descr="Magnifying glass with solid fill">
                  <a:extLst>
                    <a:ext uri="{FF2B5EF4-FFF2-40B4-BE49-F238E27FC236}">
                      <a16:creationId xmlns:a16="http://schemas.microsoft.com/office/drawing/2014/main" id="{24760C8A-EE19-693D-355E-440E6ABEE5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09F495FE-5843-EA38-B830-C07583C78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017392-E2B5-DD23-DFD7-0F5C4130C7FF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759A4431-1829-F4C8-93BA-29A897ACED3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BC7A6DFE-D30F-7793-8C96-8990521CFA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32" name="Picture 1131">
                <a:extLst>
                  <a:ext uri="{FF2B5EF4-FFF2-40B4-BE49-F238E27FC236}">
                    <a16:creationId xmlns:a16="http://schemas.microsoft.com/office/drawing/2014/main" id="{8DE005C7-34FD-EEDC-23B5-AADF2D9EE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DA19BE7-EC4F-E353-7089-641152ECA3EE}"/>
              </a:ext>
            </a:extLst>
          </p:cNvPr>
          <p:cNvSpPr txBox="1"/>
          <p:nvPr/>
        </p:nvSpPr>
        <p:spPr>
          <a:xfrm>
            <a:off x="82020" y="200455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</p:spTree>
    <p:extLst>
      <p:ext uri="{BB962C8B-B14F-4D97-AF65-F5344CB8AC3E}">
        <p14:creationId xmlns:p14="http://schemas.microsoft.com/office/powerpoint/2010/main" val="1315934631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1FB1-B70E-87FD-EC97-53D14E59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CF54EDFC-359B-6272-D7FB-E774C2D9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F54AA-3981-12A7-72AF-5DF736099D05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482D871-7A26-5EE3-DF45-A51A2D7D1915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55E3006D-9CC4-C658-3CC4-2A7348C7587B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CE8886C-A854-550B-9A18-CB5C6BEEE88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0E2FE69-CE84-1051-A8EE-24454AB199A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DF3B92-F523-715F-FADF-27492626A1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B348FDE-52D5-63CB-3EDF-CA95D6E8DE2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A1F5A30-936F-B6CA-1618-D91541652FD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36A802F9-3A2E-31AD-7FBA-9C49D76E52B8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8DD41D2C-E59B-6C82-5D90-601C05CD95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232EFF83-0857-C325-A1B8-1068F1F2C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36D2A325-CBDD-3498-3EFA-9AE986EB4874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AE8FE0DC-4373-D248-E787-BBA245CCC9A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9F82B18B-B7DE-BD27-7058-482C9528A8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0A4C275B-615C-BF2C-F700-40BB892FCA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4BD709A9-7348-DD44-6C11-8A3017A9EF7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1308EC8F-DD61-A9B2-2B55-95BE691C62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EA5ADFC4-F94E-1318-BCCC-AEFC65D368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CF290C9D-7CB2-3CE9-193A-7711B5D663EC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C816A7A6-C787-9EB8-2CEC-B248D6AD3B4A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8AB61F75-2576-A00E-B368-D1CA7590C479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FA777A87-2B31-600E-F69D-8846F3EE5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98170B1B-E84C-7805-7069-95C9D3E015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F0BA97A7-AE1C-2658-6F8A-08E8320870C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A5E22E8F-067A-2228-455B-8E08974828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B4C6F9EA-CC62-BA1E-FA4B-E1095F6624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8F1043DD-1630-E5E5-B011-0AF7C60E0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16799968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38D7-3DFA-86BA-961D-1236F2F3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C6B3E8A8-6DC7-5374-A1B4-9C88FDDC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8EB27-8D9B-7A9F-C263-1C6EA8087B96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485738-BFEB-2AB3-7003-BB408EBEC44A}"/>
              </a:ext>
            </a:extLst>
          </p:cNvPr>
          <p:cNvGrpSpPr/>
          <p:nvPr/>
        </p:nvGrpSpPr>
        <p:grpSpPr>
          <a:xfrm>
            <a:off x="1347779" y="3081528"/>
            <a:ext cx="915501" cy="918340"/>
            <a:chOff x="3844203" y="2510661"/>
            <a:chExt cx="915501" cy="9183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76AAE1C-3643-4431-C38A-5FE21CA9F15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7AF2B6E-88D6-22C0-268B-3BC9D2DAA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A713CC-2E2B-FAC1-9106-BC7EF2AC0562}"/>
              </a:ext>
            </a:extLst>
          </p:cNvPr>
          <p:cNvGrpSpPr/>
          <p:nvPr/>
        </p:nvGrpSpPr>
        <p:grpSpPr>
          <a:xfrm>
            <a:off x="3780418" y="3081528"/>
            <a:ext cx="914400" cy="914400"/>
            <a:chOff x="5572642" y="2539882"/>
            <a:chExt cx="914400" cy="9144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1BF13F5-D3A8-0230-49D8-5C00403E00AC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2738484E-7137-6056-ADD9-FAFD9F3BEF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E8A77302-AC79-763D-99C3-5FC284DF9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188253-3438-A10E-3E91-B33ED7B1673E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4F49C8F-4E5F-3FD3-1DA3-85AEDF8F8109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B911C928-E0E5-554C-E147-4418D6BDF2FE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D0607D9-0B36-202F-81B4-5CA1D94FEED7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BE2C032-2381-6846-04E3-B9297D733A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E86FE41-BF72-2C5E-D0E0-CEF5851DB4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8BC03DC-1089-CAC6-B456-258E362C8B1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C732190-E555-445D-11B8-88E2FD07C53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7767BB84-54A6-E92D-10BD-0C342802B73D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D1D3A8F0-D6DF-9F8A-74D3-1A1E67413A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1E449FEE-392B-E4B0-A26E-439F9EA1F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746D8DA1-F84D-CD81-A717-8DED0843AEB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16C5639-D4BE-4411-5240-71B2C225AE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3C7F4D73-D3A3-8644-AE16-C17D165041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A2AA1BA2-582B-9CB0-B5C2-BE84416FF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D19D54FD-7459-F6F6-DDA2-2A9F16370D3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F550C970-82B2-E003-89CC-52B5E48AF64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ABB9F482-7921-3A41-6592-FAD637AA12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D0FD9988-229F-FED9-8971-5AFB6DF02DD8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E51F5B1B-FACD-78FB-5411-78A674B9D2A6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B0510BD6-071A-9CFD-783C-D497CC39DB29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A1AED8CA-8733-D32C-EF2E-1E54A3228D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ECDEC37-8CED-F601-DFE7-4483816073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BF8F3B65-A322-DA16-C634-309A9238437F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76F44519-0784-0C3D-818B-EB9610B30C8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BD86CD50-79FE-967A-DD4C-4D0336DF66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571CD2E1-E87E-2CC5-04E4-ECE9078A46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3BB22686-FA08-7ED7-DABE-1836A70F322D}"/>
              </a:ext>
            </a:extLst>
          </p:cNvPr>
          <p:cNvCxnSpPr>
            <a:cxnSpLocks/>
            <a:stCxn id="8" idx="6"/>
            <a:endCxn id="54" idx="2"/>
          </p:cNvCxnSpPr>
          <p:nvPr/>
        </p:nvCxnSpPr>
        <p:spPr bwMode="auto">
          <a:xfrm flipV="1">
            <a:off x="2263280" y="3538728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253963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582F-864B-24F1-71E8-DA1C7F11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1077">
            <a:extLst>
              <a:ext uri="{FF2B5EF4-FFF2-40B4-BE49-F238E27FC236}">
                <a16:creationId xmlns:a16="http://schemas.microsoft.com/office/drawing/2014/main" id="{E983AD17-75DA-0171-7CAE-2131BD288D56}"/>
              </a:ext>
            </a:extLst>
          </p:cNvPr>
          <p:cNvSpPr/>
          <p:nvPr/>
        </p:nvSpPr>
        <p:spPr>
          <a:xfrm>
            <a:off x="3394136" y="4532893"/>
            <a:ext cx="1699072" cy="914401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DA651D2B-EB75-0986-9F79-1FFEADA0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DA1CF-EACD-28DC-E9EA-AB537D52917A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92B262-8329-317C-D067-CC825ACA0E8F}"/>
              </a:ext>
            </a:extLst>
          </p:cNvPr>
          <p:cNvGrpSpPr/>
          <p:nvPr/>
        </p:nvGrpSpPr>
        <p:grpSpPr>
          <a:xfrm>
            <a:off x="1347779" y="3081528"/>
            <a:ext cx="915501" cy="918340"/>
            <a:chOff x="3844203" y="2510661"/>
            <a:chExt cx="915501" cy="9183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8C7827-3AA4-BB9E-F3F6-593618D473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23FE97-14CC-1DD0-7801-7D2C1EAB7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52BC9A-9FAD-5962-8DEC-93BCA80B3FE2}"/>
              </a:ext>
            </a:extLst>
          </p:cNvPr>
          <p:cNvGrpSpPr/>
          <p:nvPr/>
        </p:nvGrpSpPr>
        <p:grpSpPr>
          <a:xfrm>
            <a:off x="4438786" y="4847783"/>
            <a:ext cx="548640" cy="548640"/>
            <a:chOff x="7586523" y="4211640"/>
            <a:chExt cx="914400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4BDED7-DEC7-D7F1-D993-07BF0959584B}"/>
                </a:ext>
              </a:extLst>
            </p:cNvPr>
            <p:cNvSpPr/>
            <p:nvPr/>
          </p:nvSpPr>
          <p:spPr bwMode="auto">
            <a:xfrm>
              <a:off x="7586523" y="4211640"/>
              <a:ext cx="914400" cy="914400"/>
            </a:xfrm>
            <a:prstGeom prst="ellipse">
              <a:avLst/>
            </a:prstGeom>
            <a:solidFill>
              <a:srgbClr val="DEFBE6"/>
            </a:solidFill>
            <a:ln w="19050">
              <a:solidFill>
                <a:srgbClr val="24A14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25" name="Picture 4" descr="Expertise ">
              <a:extLst>
                <a:ext uri="{FF2B5EF4-FFF2-40B4-BE49-F238E27FC236}">
                  <a16:creationId xmlns:a16="http://schemas.microsoft.com/office/drawing/2014/main" id="{7288EAD1-E908-F3AF-A320-F9BC760D2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0695" y="4394452"/>
              <a:ext cx="493403" cy="56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25565A-7396-CFD0-57B8-1BE98E119CDF}"/>
              </a:ext>
            </a:extLst>
          </p:cNvPr>
          <p:cNvGrpSpPr/>
          <p:nvPr/>
        </p:nvGrpSpPr>
        <p:grpSpPr>
          <a:xfrm>
            <a:off x="3780418" y="3081528"/>
            <a:ext cx="914400" cy="914400"/>
            <a:chOff x="5572642" y="2539882"/>
            <a:chExt cx="914400" cy="9144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71E6914-7CCE-9AD9-F0ED-51545870D8B0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344C343-108A-1324-8AEC-0048A7F695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86263423-C414-19D5-6E33-EDD99E6D3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D2F2F8-5071-50EC-222A-C8E8B6C42550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477580-563E-F496-66E7-A9C55D9EADCF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2ED9CD1-8FE2-0BD5-6755-C63D36D9B33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B8B977D-0943-C8C8-8BB9-855D73EA79F1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D13D424-1FBA-11DD-4AFC-64B8742899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A6AA23-04A3-CC45-AADA-2D0C5FB017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E94FD3-62EE-CBD8-4136-B82B7DA9A0B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C1CD1F4-7764-F5C3-D9B2-9AEACB011E3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98C4661B-138E-13EB-EC6E-1A8AD7DF2745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9DD0E5EC-48EA-953D-15C2-620E977B3C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F9579152-8BBE-CB30-BD54-C8BB6EC57A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14557D89-0AB8-2CFD-33D9-B15584DF607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805FB90F-2C41-556D-B635-D482B7079D9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CDD7FBAE-92CC-DFDB-8325-06393FEE911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896FC46E-150F-7A93-BCCD-360EA27F02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8BDDBAF1-5CC1-82D2-0B56-3739ABA232E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FD18FB82-DBCD-92BB-E34F-B27FA365D0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23F3F2B1-CAEC-63C4-7165-CE490C1D9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F11871FD-9B4D-5848-4528-F75C1CADBE6B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C3C965C4-1ADA-4435-5E9C-8860BAE4BAC0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5C5BD840-6DE4-FFBB-84C4-DA6E53C7EFE1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FFDA994E-B5B0-7E4F-4568-D222D2FC19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1AC550DA-A036-B2BC-0F1F-0EBAC445B0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0CFC12BC-E34C-7F9C-34E6-252ADCA5C4D7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B95A4340-6C9C-0CB7-C961-E1D316D8A24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0B743208-7F79-7E90-36A0-AAA62A37D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2165E385-4EAC-A037-C93F-C6DC8E1488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57E7449C-FBC2-5A52-9ABF-ACF1E3387D31}"/>
              </a:ext>
            </a:extLst>
          </p:cNvPr>
          <p:cNvCxnSpPr>
            <a:cxnSpLocks/>
            <a:stCxn id="8" idx="6"/>
            <a:endCxn id="54" idx="2"/>
          </p:cNvCxnSpPr>
          <p:nvPr/>
        </p:nvCxnSpPr>
        <p:spPr bwMode="auto">
          <a:xfrm flipV="1">
            <a:off x="2263280" y="3538728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E72EC1E5-967D-51E3-8EAB-359ECBE25AC7}"/>
              </a:ext>
            </a:extLst>
          </p:cNvPr>
          <p:cNvSpPr/>
          <p:nvPr/>
        </p:nvSpPr>
        <p:spPr>
          <a:xfrm>
            <a:off x="3509841" y="4939746"/>
            <a:ext cx="805230" cy="407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7B413F71-8642-C343-A336-64F3596591CF}"/>
              </a:ext>
            </a:extLst>
          </p:cNvPr>
          <p:cNvCxnSpPr>
            <a:cxnSpLocks/>
            <a:stCxn id="54" idx="4"/>
            <a:endCxn id="1078" idx="0"/>
          </p:cNvCxnSpPr>
          <p:nvPr/>
        </p:nvCxnSpPr>
        <p:spPr bwMode="auto">
          <a:xfrm>
            <a:off x="4237618" y="3995928"/>
            <a:ext cx="6054" cy="53696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31073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F120-E155-04A7-E273-D51567D9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1077">
            <a:extLst>
              <a:ext uri="{FF2B5EF4-FFF2-40B4-BE49-F238E27FC236}">
                <a16:creationId xmlns:a16="http://schemas.microsoft.com/office/drawing/2014/main" id="{8CF400AB-47B4-D596-BDC2-D23FEF80019C}"/>
              </a:ext>
            </a:extLst>
          </p:cNvPr>
          <p:cNvSpPr/>
          <p:nvPr/>
        </p:nvSpPr>
        <p:spPr>
          <a:xfrm>
            <a:off x="3394136" y="4532893"/>
            <a:ext cx="1699072" cy="914401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49E9D094-C740-BF97-5887-AD4CB985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9C324-B0A7-59AF-84B7-8A114E6755E0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DC22BFC-6DC6-9A46-FF41-C21DBD98634F}"/>
              </a:ext>
            </a:extLst>
          </p:cNvPr>
          <p:cNvGrpSpPr/>
          <p:nvPr/>
        </p:nvGrpSpPr>
        <p:grpSpPr>
          <a:xfrm>
            <a:off x="1347779" y="3081528"/>
            <a:ext cx="915501" cy="918340"/>
            <a:chOff x="3844203" y="2510661"/>
            <a:chExt cx="915501" cy="9183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D71E4AD-573C-7FEA-CB26-36280C6D2F5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D92F64B-EFA6-8B07-9FD7-CFB8176FE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AE63D-814C-0806-2E8D-A1AAAEED9B64}"/>
              </a:ext>
            </a:extLst>
          </p:cNvPr>
          <p:cNvGrpSpPr/>
          <p:nvPr/>
        </p:nvGrpSpPr>
        <p:grpSpPr>
          <a:xfrm>
            <a:off x="4438786" y="4847783"/>
            <a:ext cx="548640" cy="548640"/>
            <a:chOff x="7586523" y="4211640"/>
            <a:chExt cx="914400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CF076D-64B8-7039-A6CD-566FE3A1C663}"/>
                </a:ext>
              </a:extLst>
            </p:cNvPr>
            <p:cNvSpPr/>
            <p:nvPr/>
          </p:nvSpPr>
          <p:spPr bwMode="auto">
            <a:xfrm>
              <a:off x="7586523" y="4211640"/>
              <a:ext cx="914400" cy="914400"/>
            </a:xfrm>
            <a:prstGeom prst="ellipse">
              <a:avLst/>
            </a:prstGeom>
            <a:solidFill>
              <a:srgbClr val="DEFBE6"/>
            </a:solidFill>
            <a:ln w="19050">
              <a:solidFill>
                <a:srgbClr val="24A14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25" name="Picture 4" descr="Expertise ">
              <a:extLst>
                <a:ext uri="{FF2B5EF4-FFF2-40B4-BE49-F238E27FC236}">
                  <a16:creationId xmlns:a16="http://schemas.microsoft.com/office/drawing/2014/main" id="{B394E6F5-81C8-7EAF-DE5E-B546A1D31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0695" y="4394452"/>
              <a:ext cx="493403" cy="56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C76E784-9A67-8D88-1536-754844BC98D1}"/>
              </a:ext>
            </a:extLst>
          </p:cNvPr>
          <p:cNvGrpSpPr/>
          <p:nvPr/>
        </p:nvGrpSpPr>
        <p:grpSpPr>
          <a:xfrm>
            <a:off x="3780418" y="3081528"/>
            <a:ext cx="914400" cy="914400"/>
            <a:chOff x="5572642" y="2539882"/>
            <a:chExt cx="914400" cy="9144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A8B4564-D761-20BB-0C45-56E22CDCF569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73A2A0D-F2D1-B91C-F2E3-F148CECC26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1AB52876-AD8E-58DE-B257-01C245011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0E2394-00ED-C432-BA24-174AED13CF52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185C334-C565-D671-EE81-4716E524C9AC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9AB574D-71D3-7313-EE96-482F4E8E69AA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2BEB232-8B1C-727B-F6EB-C287B1736F08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569F77C-DB4E-CEA6-21D1-F360603B12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732F234-412D-67C8-5858-AC9C3C155C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4C3DDFF-F481-D599-A0E1-A3B0AAE15C81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A5EE2DD-B90A-F945-6C2F-654605A460D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6FBB5997-0FB3-B65B-3FFA-326B9262A900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2E7C9D82-DA85-0CF8-57AA-CA781A9BD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223A7711-4904-171F-78DC-FC9F898A4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C80F956F-1277-5518-A2BE-1DEBE88E76B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088CA1A-D2DD-8167-73B2-4C94BC71108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A862FB23-F196-2291-761E-3AC729E4D0F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1D0A7B27-00E5-2B5E-3FDE-105E1E2362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827F0FA7-ADF7-4F91-CE21-375F5705923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5D70FAF6-A28A-40C5-4ACB-44A530892C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32A377C9-68AF-77BC-5501-EF9D966C29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33D808A9-AFAF-ABBE-36A4-FB5CBF4DBA89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16FF3BD9-7E2D-44A4-15EF-2D11F0A4EE8D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3386276F-90D1-9C6D-0F06-B413A69CB1CE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432EB507-D370-9B7F-B073-0DB85053DF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4B618799-ECB7-995C-FA15-177C50C82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CF8D3A23-1A11-46A2-6AA7-5B74E2439814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F68BF452-873A-2269-A169-F7FBABB1EA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E0A95AE3-DC86-5CE0-7C6B-BC3023456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7404CDE0-9EF5-783B-02DD-BE9C816C1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8477269B-7E79-3266-37E5-C0B6FFAA008A}"/>
              </a:ext>
            </a:extLst>
          </p:cNvPr>
          <p:cNvCxnSpPr>
            <a:cxnSpLocks/>
            <a:stCxn id="8" idx="6"/>
            <a:endCxn id="54" idx="2"/>
          </p:cNvCxnSpPr>
          <p:nvPr/>
        </p:nvCxnSpPr>
        <p:spPr bwMode="auto">
          <a:xfrm flipV="1">
            <a:off x="2263280" y="3538728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566CBC-7826-80ED-92D1-1E2F206179C9}"/>
              </a:ext>
            </a:extLst>
          </p:cNvPr>
          <p:cNvSpPr/>
          <p:nvPr/>
        </p:nvSpPr>
        <p:spPr>
          <a:xfrm>
            <a:off x="3509841" y="4939746"/>
            <a:ext cx="805230" cy="407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605E364A-49D1-82F7-0645-756EC3FB1B6C}"/>
              </a:ext>
            </a:extLst>
          </p:cNvPr>
          <p:cNvCxnSpPr>
            <a:cxnSpLocks/>
            <a:stCxn id="54" idx="4"/>
            <a:endCxn id="1078" idx="0"/>
          </p:cNvCxnSpPr>
          <p:nvPr/>
        </p:nvCxnSpPr>
        <p:spPr bwMode="auto">
          <a:xfrm>
            <a:off x="4237618" y="3995928"/>
            <a:ext cx="6054" cy="53696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75B9D323-573C-60AE-FCE2-4CC7DA182D10}"/>
              </a:ext>
            </a:extLst>
          </p:cNvPr>
          <p:cNvCxnSpPr>
            <a:cxnSpLocks/>
            <a:stCxn id="1078" idx="1"/>
            <a:endCxn id="8" idx="5"/>
          </p:cNvCxnSpPr>
          <p:nvPr/>
        </p:nvCxnSpPr>
        <p:spPr bwMode="auto">
          <a:xfrm flipH="1" flipV="1">
            <a:off x="2129208" y="3865380"/>
            <a:ext cx="1264928" cy="11247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833301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5C0A-5526-6E57-22C1-10FB781D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1077">
            <a:extLst>
              <a:ext uri="{FF2B5EF4-FFF2-40B4-BE49-F238E27FC236}">
                <a16:creationId xmlns:a16="http://schemas.microsoft.com/office/drawing/2014/main" id="{D994ED34-833B-0EC8-D5FE-2D1FC15E3848}"/>
              </a:ext>
            </a:extLst>
          </p:cNvPr>
          <p:cNvSpPr/>
          <p:nvPr/>
        </p:nvSpPr>
        <p:spPr>
          <a:xfrm>
            <a:off x="3394136" y="4532893"/>
            <a:ext cx="1699072" cy="914401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B9630611-D7D1-E724-761F-3516FA41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AD6B2-5CE0-839C-40E4-AC0EB794CB99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CFA5113-080B-9A0B-136F-9D4B6DC0BF26}"/>
              </a:ext>
            </a:extLst>
          </p:cNvPr>
          <p:cNvGrpSpPr/>
          <p:nvPr/>
        </p:nvGrpSpPr>
        <p:grpSpPr>
          <a:xfrm>
            <a:off x="1347779" y="3081528"/>
            <a:ext cx="915501" cy="918340"/>
            <a:chOff x="3844203" y="2510661"/>
            <a:chExt cx="915501" cy="9183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B8ED66-B148-7CCD-A865-6B83A919CC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1CA9AD-95BA-2800-A29E-5E9075200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5D47E8-36DD-2B26-AF1B-8AB76821C631}"/>
              </a:ext>
            </a:extLst>
          </p:cNvPr>
          <p:cNvGrpSpPr/>
          <p:nvPr/>
        </p:nvGrpSpPr>
        <p:grpSpPr>
          <a:xfrm>
            <a:off x="4438786" y="4847783"/>
            <a:ext cx="548640" cy="548640"/>
            <a:chOff x="7586523" y="4211640"/>
            <a:chExt cx="914400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51A4954-8158-3F85-87B6-AC5233F940CE}"/>
                </a:ext>
              </a:extLst>
            </p:cNvPr>
            <p:cNvSpPr/>
            <p:nvPr/>
          </p:nvSpPr>
          <p:spPr bwMode="auto">
            <a:xfrm>
              <a:off x="7586523" y="4211640"/>
              <a:ext cx="914400" cy="914400"/>
            </a:xfrm>
            <a:prstGeom prst="ellipse">
              <a:avLst/>
            </a:prstGeom>
            <a:solidFill>
              <a:srgbClr val="DEFBE6"/>
            </a:solidFill>
            <a:ln w="19050">
              <a:solidFill>
                <a:srgbClr val="24A14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25" name="Picture 4" descr="Expertise ">
              <a:extLst>
                <a:ext uri="{FF2B5EF4-FFF2-40B4-BE49-F238E27FC236}">
                  <a16:creationId xmlns:a16="http://schemas.microsoft.com/office/drawing/2014/main" id="{0C1D4C13-2589-5513-5A8C-C14E242148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0695" y="4394452"/>
              <a:ext cx="493403" cy="56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27E2BB-53F4-FA55-C099-A2127908247F}"/>
              </a:ext>
            </a:extLst>
          </p:cNvPr>
          <p:cNvGrpSpPr/>
          <p:nvPr/>
        </p:nvGrpSpPr>
        <p:grpSpPr>
          <a:xfrm>
            <a:off x="3780418" y="3081528"/>
            <a:ext cx="914400" cy="914400"/>
            <a:chOff x="5572642" y="2539882"/>
            <a:chExt cx="914400" cy="9144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A6891B4-B576-5697-A6FC-4AF89CA40D4E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7FAC655-F84D-3206-6006-1E8E86D196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8C39B55E-10D8-5464-6FB1-60B249D8B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A72E93-A465-CFCE-2A60-168BCC9B48E2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5093A30-BCEB-8676-9BF5-59D793EFA6BC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D158474-1536-C8F9-361F-E4C8052F901C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7657AE-90CE-7B5F-AA63-8196490948B0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E1477-DBBD-0D1B-6DC4-E819655631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D530F7C-7EE2-F2C2-6589-0B8058BE819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1F094F-1271-6792-E95E-526DC489DDE0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9C27C7D-5E67-04A1-BB50-78E96CE8FF6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A1E3FDD-3EBC-E0EC-B1F1-0CBDCBF2815A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3204360-2208-1705-3A1E-E5D835DE9A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D0712DFF-27FC-0507-D111-71E47895E1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958F8DD1-B95F-A700-8837-C6592255F12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415EE8A-7286-0CE9-50C1-D428A0D6916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E48A1738-DB11-522B-E965-9DDE36D83A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4E4263EA-DE94-08A3-0B41-1891F3BFB3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688ACB10-CDD4-FE66-CD11-1C961E434D5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03231D0F-CE39-583B-F058-947D921489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C7811387-082C-998D-061D-73A2663B09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0901865B-7B40-0ECA-BCEF-62F74F5F876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B463A977-A1F1-70C6-165D-B72136200C1E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6705E51F-8A3F-DEE5-3686-FE6E0B11A4E4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C3E52986-32C2-904F-8E9B-D5EE85907B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7EF65095-EAF7-D2BC-3E52-16E1C59EB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3633366C-E764-2449-1859-E6D3A47DE20E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5AD0A988-E4BD-AD4C-1365-C120D5A3A7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D8837C94-462F-0391-2A73-99B180DEDC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5FEB545D-986B-79EF-AA75-EB1D37280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4F53F00B-594E-B55B-A242-407BF09FE6EC}"/>
              </a:ext>
            </a:extLst>
          </p:cNvPr>
          <p:cNvCxnSpPr>
            <a:cxnSpLocks/>
            <a:stCxn id="8" idx="6"/>
            <a:endCxn id="54" idx="2"/>
          </p:cNvCxnSpPr>
          <p:nvPr/>
        </p:nvCxnSpPr>
        <p:spPr bwMode="auto">
          <a:xfrm flipV="1">
            <a:off x="2263280" y="3538728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AE9ED358-4331-8C56-EFFE-397469250157}"/>
              </a:ext>
            </a:extLst>
          </p:cNvPr>
          <p:cNvSpPr/>
          <p:nvPr/>
        </p:nvSpPr>
        <p:spPr>
          <a:xfrm>
            <a:off x="3509841" y="4939746"/>
            <a:ext cx="805230" cy="407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0246225C-FD44-CA44-FDAC-96D3E449135F}"/>
              </a:ext>
            </a:extLst>
          </p:cNvPr>
          <p:cNvCxnSpPr>
            <a:cxnSpLocks/>
            <a:stCxn id="54" idx="4"/>
            <a:endCxn id="1078" idx="0"/>
          </p:cNvCxnSpPr>
          <p:nvPr/>
        </p:nvCxnSpPr>
        <p:spPr bwMode="auto">
          <a:xfrm>
            <a:off x="4237618" y="3995928"/>
            <a:ext cx="6054" cy="53696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AB6C690A-5313-81ED-7E1A-1E8DC8A855AB}"/>
              </a:ext>
            </a:extLst>
          </p:cNvPr>
          <p:cNvCxnSpPr>
            <a:cxnSpLocks/>
            <a:stCxn id="1078" idx="1"/>
            <a:endCxn id="8" idx="5"/>
          </p:cNvCxnSpPr>
          <p:nvPr/>
        </p:nvCxnSpPr>
        <p:spPr bwMode="auto">
          <a:xfrm flipH="1" flipV="1">
            <a:off x="2129208" y="3865380"/>
            <a:ext cx="1264928" cy="11247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9" name="Straight Connector 1098">
            <a:extLst>
              <a:ext uri="{FF2B5EF4-FFF2-40B4-BE49-F238E27FC236}">
                <a16:creationId xmlns:a16="http://schemas.microsoft.com/office/drawing/2014/main" id="{3AFE003B-9307-34ED-B3B8-495250C4B268}"/>
              </a:ext>
            </a:extLst>
          </p:cNvPr>
          <p:cNvCxnSpPr>
            <a:cxnSpLocks/>
            <a:stCxn id="54" idx="6"/>
            <a:endCxn id="1102" idx="1"/>
          </p:cNvCxnSpPr>
          <p:nvPr/>
        </p:nvCxnSpPr>
        <p:spPr bwMode="auto">
          <a:xfrm flipV="1">
            <a:off x="4694818" y="3534156"/>
            <a:ext cx="749394" cy="457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2" name="Rounded Rectangle 1101">
            <a:extLst>
              <a:ext uri="{FF2B5EF4-FFF2-40B4-BE49-F238E27FC236}">
                <a16:creationId xmlns:a16="http://schemas.microsoft.com/office/drawing/2014/main" id="{E75DAC2B-0E47-A60E-5A5B-DF7EE9B7F9AA}"/>
              </a:ext>
            </a:extLst>
          </p:cNvPr>
          <p:cNvSpPr/>
          <p:nvPr/>
        </p:nvSpPr>
        <p:spPr>
          <a:xfrm>
            <a:off x="5444212" y="3310128"/>
            <a:ext cx="1292932" cy="448056"/>
          </a:xfrm>
          <a:prstGeom prst="roundRect">
            <a:avLst/>
          </a:prstGeom>
          <a:solidFill>
            <a:srgbClr val="DEFBE6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</a:rPr>
              <a:t>Predicates</a:t>
            </a:r>
          </a:p>
        </p:txBody>
      </p:sp>
    </p:spTree>
    <p:extLst>
      <p:ext uri="{BB962C8B-B14F-4D97-AF65-F5344CB8AC3E}">
        <p14:creationId xmlns:p14="http://schemas.microsoft.com/office/powerpoint/2010/main" val="743707022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75888-BC9E-F0E4-AEFE-5689D3C2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0664AE55-D19E-9C33-624A-C2751CE5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70C71-EB4C-29AD-39E8-F713989CE0CE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D3F5EB-E540-BCC9-55F2-3B04468D245F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1659F826-325E-7C1A-6139-86EC116E019F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E58AD7-D55C-EF86-4AAA-BE30E0B9C2E0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E3CF73-125D-F38F-B94C-C3D3870EC2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3E1A183-BFBE-A478-895E-BB3A9FDA0EC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390D22F-9D2C-3982-7FE3-0B4AB18E1126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551F298-0511-692F-4521-95650219F2B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6D5C4C39-4804-A94E-E2D3-99DBEB9DD3EB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ED1992FD-B8E8-0256-637E-1B42B94E30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02BC25A3-2402-B1FD-E20D-4A7E3EE1E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3F2F3DF-38DD-B12F-ACB7-C3F601D062B7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8DFF5A2-C625-D146-FE47-0A4AE18748C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D0461C64-1089-710F-0A70-FBC108E519C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15568E49-DE21-D38C-A2B5-D6E35192F2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B7C344BF-CC31-BF43-BD0E-3000CF7BA7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E5F97A8A-6F4A-0B3D-389B-A54DA0911B8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3347E0C3-B46B-37E9-8536-D40440686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431EF7B5-C6DE-7B6B-8F8F-D03BE20258FE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FFF0C5AD-1E52-C563-6E81-179002F9E08A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05A6C5A1-2549-A8FF-B4A0-37D53FA50ACC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AC044F47-6F41-507D-8416-076E22840C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D3A24899-D42F-2DFD-304D-F516DDDB9F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D1022E16-7A35-6F78-2EB0-D8ABFEB95DE5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20AEEDD3-FB2D-7AE2-47CA-3464DDD1E42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51BE5B96-EE1F-B01A-3E86-3AD2C7D1CD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EC72D80B-F880-87D5-1D0B-439C8B121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02" name="Rounded Rectangle 1101">
            <a:extLst>
              <a:ext uri="{FF2B5EF4-FFF2-40B4-BE49-F238E27FC236}">
                <a16:creationId xmlns:a16="http://schemas.microsoft.com/office/drawing/2014/main" id="{5E56C87F-0472-8F71-DF52-4F4FB90852E2}"/>
              </a:ext>
            </a:extLst>
          </p:cNvPr>
          <p:cNvSpPr/>
          <p:nvPr/>
        </p:nvSpPr>
        <p:spPr>
          <a:xfrm>
            <a:off x="5444212" y="3310128"/>
            <a:ext cx="1292932" cy="448056"/>
          </a:xfrm>
          <a:prstGeom prst="roundRect">
            <a:avLst/>
          </a:prstGeom>
          <a:solidFill>
            <a:srgbClr val="DEFBE6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</a:rPr>
              <a:t>Predicates</a:t>
            </a:r>
          </a:p>
        </p:txBody>
      </p:sp>
    </p:spTree>
    <p:extLst>
      <p:ext uri="{BB962C8B-B14F-4D97-AF65-F5344CB8AC3E}">
        <p14:creationId xmlns:p14="http://schemas.microsoft.com/office/powerpoint/2010/main" val="1321041484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D0D2-29F0-D3B0-C722-52D7768B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E84DB2C7-AF82-0774-E661-084AD545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190950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7F7CB-A1A8-A25F-8975-6D54E623120C}"/>
              </a:ext>
            </a:extLst>
          </p:cNvPr>
          <p:cNvSpPr txBox="1"/>
          <p:nvPr/>
        </p:nvSpPr>
        <p:spPr>
          <a:xfrm>
            <a:off x="9775386" y="590134"/>
            <a:ext cx="2471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Guan et al, NeurIPS 2023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DBDD81-0F68-0448-A69B-D407151B7658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CA12581-DAD2-BC6C-7947-7AC820AE4CE3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25B73C5-1925-538B-C01E-8495B5C573E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49FD1E2-1F94-6FE4-B992-9E211E8B78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2D57C27-5FC0-F31E-F187-9EBED98A883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D96DE31-0993-157A-0B36-295E0BB0C3A9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9ABB217-B061-C09B-6173-325D26F7867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B3DFFD32-4609-F28D-75DF-0530BF6A6A4A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CFEE29F1-16B3-0194-8E1D-E2A8A27D8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9C14E3B1-6331-1723-8163-CE45D2407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B00F337D-B745-B9EB-020D-8DBAE699C46D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2718E90-8562-076B-C881-C686D6C1834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1CC0D0C2-F02B-5C5A-D766-F4E8D5C50B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4221E2E9-D15C-476A-E443-C8880A455E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37839903-4091-1F4F-16A1-338D63CE40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BD3EEE63-38B0-BD3E-452A-E21D52FC46C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60F0CFCF-267E-01D0-29E6-7608E270AB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FD08F504-1677-2897-981C-E49F8E6250FD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FA548E65-0B86-9F59-A0C2-B37A4D2E1FDB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ACC5272E-CC91-07A6-E879-C5ACCFC9E476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5EA394B9-3C78-B4E1-772A-4C6811811D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2DF53123-4E68-149B-33B7-F9390D7418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98882B24-806D-0173-BF2C-7E9AE2443F69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7C65B48A-577F-D210-E59C-E078806EF0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FBB713BF-7095-9363-0705-D8A0E413F1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768F0472-8A05-19A2-9112-210BAE95F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02" name="Rounded Rectangle 1101">
            <a:extLst>
              <a:ext uri="{FF2B5EF4-FFF2-40B4-BE49-F238E27FC236}">
                <a16:creationId xmlns:a16="http://schemas.microsoft.com/office/drawing/2014/main" id="{176001B6-859F-031F-8AD3-E6FCFEAD3D46}"/>
              </a:ext>
            </a:extLst>
          </p:cNvPr>
          <p:cNvSpPr/>
          <p:nvPr/>
        </p:nvSpPr>
        <p:spPr>
          <a:xfrm>
            <a:off x="5444212" y="3310128"/>
            <a:ext cx="1292932" cy="448056"/>
          </a:xfrm>
          <a:prstGeom prst="roundRect">
            <a:avLst/>
          </a:prstGeom>
          <a:solidFill>
            <a:srgbClr val="DEFBE6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</a:rPr>
              <a:t>Predicates</a:t>
            </a: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CFCE35C7-7359-8AAF-67FE-39054A309FE0}"/>
              </a:ext>
            </a:extLst>
          </p:cNvPr>
          <p:cNvSpPr/>
          <p:nvPr/>
        </p:nvSpPr>
        <p:spPr>
          <a:xfrm>
            <a:off x="9371264" y="4520701"/>
            <a:ext cx="1699072" cy="914401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112" name="Group 1111">
            <a:extLst>
              <a:ext uri="{FF2B5EF4-FFF2-40B4-BE49-F238E27FC236}">
                <a16:creationId xmlns:a16="http://schemas.microsoft.com/office/drawing/2014/main" id="{CA3B9E01-2BF7-1907-8789-39FEB2E79E65}"/>
              </a:ext>
            </a:extLst>
          </p:cNvPr>
          <p:cNvGrpSpPr/>
          <p:nvPr/>
        </p:nvGrpSpPr>
        <p:grpSpPr>
          <a:xfrm>
            <a:off x="7324907" y="3069336"/>
            <a:ext cx="915501" cy="918340"/>
            <a:chOff x="3844203" y="2510661"/>
            <a:chExt cx="915501" cy="918340"/>
          </a:xfrm>
        </p:grpSpPr>
        <p:sp>
          <p:nvSpPr>
            <p:cNvPr id="1113" name="Oval 1112">
              <a:extLst>
                <a:ext uri="{FF2B5EF4-FFF2-40B4-BE49-F238E27FC236}">
                  <a16:creationId xmlns:a16="http://schemas.microsoft.com/office/drawing/2014/main" id="{29F23E40-E4D7-9810-1522-CA68EF345E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4203" y="2510661"/>
              <a:ext cx="915501" cy="918340"/>
            </a:xfrm>
            <a:prstGeom prst="ellipse">
              <a:avLst/>
            </a:prstGeom>
            <a:solidFill>
              <a:srgbClr val="FFD6E8"/>
            </a:solidFill>
            <a:ln w="19050">
              <a:solidFill>
                <a:srgbClr val="EE539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14" name="Picture 1113">
              <a:extLst>
                <a:ext uri="{FF2B5EF4-FFF2-40B4-BE49-F238E27FC236}">
                  <a16:creationId xmlns:a16="http://schemas.microsoft.com/office/drawing/2014/main" id="{23405E8F-2F60-EE81-A486-DF7D701A8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75656" y="2672541"/>
              <a:ext cx="682823" cy="619150"/>
            </a:xfrm>
            <a:prstGeom prst="rect">
              <a:avLst/>
            </a:prstGeom>
          </p:spPr>
        </p:pic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0CDFFB97-9C7C-A272-BB60-B164719938A3}"/>
              </a:ext>
            </a:extLst>
          </p:cNvPr>
          <p:cNvGrpSpPr/>
          <p:nvPr/>
        </p:nvGrpSpPr>
        <p:grpSpPr>
          <a:xfrm>
            <a:off x="10415914" y="4835591"/>
            <a:ext cx="548640" cy="548640"/>
            <a:chOff x="7586523" y="4211640"/>
            <a:chExt cx="914400" cy="914400"/>
          </a:xfrm>
        </p:grpSpPr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9B8A3869-42A9-343E-CBA0-017B48A00D17}"/>
                </a:ext>
              </a:extLst>
            </p:cNvPr>
            <p:cNvSpPr/>
            <p:nvPr/>
          </p:nvSpPr>
          <p:spPr bwMode="auto">
            <a:xfrm>
              <a:off x="7586523" y="4211640"/>
              <a:ext cx="914400" cy="914400"/>
            </a:xfrm>
            <a:prstGeom prst="ellipse">
              <a:avLst/>
            </a:prstGeom>
            <a:solidFill>
              <a:srgbClr val="DEFBE6"/>
            </a:solidFill>
            <a:ln w="19050">
              <a:solidFill>
                <a:srgbClr val="24A14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chemeClr val="bg1"/>
                </a:solidFill>
              </a:endParaRPr>
            </a:p>
          </p:txBody>
        </p:sp>
        <p:pic>
          <p:nvPicPr>
            <p:cNvPr id="1118" name="Picture 4" descr="Expertise ">
              <a:extLst>
                <a:ext uri="{FF2B5EF4-FFF2-40B4-BE49-F238E27FC236}">
                  <a16:creationId xmlns:a16="http://schemas.microsoft.com/office/drawing/2014/main" id="{CA9F4B27-EC57-463C-DF3C-123E2F3C73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0695" y="4394452"/>
              <a:ext cx="493403" cy="56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9" name="Group 1118">
            <a:extLst>
              <a:ext uri="{FF2B5EF4-FFF2-40B4-BE49-F238E27FC236}">
                <a16:creationId xmlns:a16="http://schemas.microsoft.com/office/drawing/2014/main" id="{E1A299E4-DD53-2C21-E26A-6A1256437346}"/>
              </a:ext>
            </a:extLst>
          </p:cNvPr>
          <p:cNvGrpSpPr/>
          <p:nvPr/>
        </p:nvGrpSpPr>
        <p:grpSpPr>
          <a:xfrm>
            <a:off x="9757546" y="3069336"/>
            <a:ext cx="914400" cy="914400"/>
            <a:chOff x="5572642" y="2539882"/>
            <a:chExt cx="914400" cy="914400"/>
          </a:xfrm>
        </p:grpSpPr>
        <p:grpSp>
          <p:nvGrpSpPr>
            <p:cNvPr id="1121" name="Group 1120">
              <a:extLst>
                <a:ext uri="{FF2B5EF4-FFF2-40B4-BE49-F238E27FC236}">
                  <a16:creationId xmlns:a16="http://schemas.microsoft.com/office/drawing/2014/main" id="{DB6620DF-95B9-0701-07B2-18DB9FCB4787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1123" name="Oval 1122">
                <a:extLst>
                  <a:ext uri="{FF2B5EF4-FFF2-40B4-BE49-F238E27FC236}">
                    <a16:creationId xmlns:a16="http://schemas.microsoft.com/office/drawing/2014/main" id="{FB38E6D9-82C7-59A9-F653-9F71CC21C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4" name="Graphic 1123">
                <a:extLst>
                  <a:ext uri="{FF2B5EF4-FFF2-40B4-BE49-F238E27FC236}">
                    <a16:creationId xmlns:a16="http://schemas.microsoft.com/office/drawing/2014/main" id="{0610BBDB-6432-DB1F-7147-BBD02E15F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CCAB7A93-3511-E1E7-9013-490C3FFE1FBE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CD2D1789-6DAB-2BCB-5C8F-DFCC5AA4BA85}"/>
              </a:ext>
            </a:extLst>
          </p:cNvPr>
          <p:cNvCxnSpPr>
            <a:cxnSpLocks/>
            <a:stCxn id="1113" idx="6"/>
            <a:endCxn id="1123" idx="2"/>
          </p:cNvCxnSpPr>
          <p:nvPr/>
        </p:nvCxnSpPr>
        <p:spPr bwMode="auto">
          <a:xfrm flipV="1">
            <a:off x="8240408" y="3526536"/>
            <a:ext cx="1517138" cy="197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394FEFC0-6F77-CB0D-13D8-57C38E05B3C1}"/>
              </a:ext>
            </a:extLst>
          </p:cNvPr>
          <p:cNvSpPr/>
          <p:nvPr/>
        </p:nvSpPr>
        <p:spPr>
          <a:xfrm>
            <a:off x="9486969" y="4927554"/>
            <a:ext cx="805230" cy="4070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50C69FAA-2A9F-F97D-08C5-54C5AB00F19F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>
            <a:off x="10214746" y="3983736"/>
            <a:ext cx="6054" cy="53696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BDD5A578-4F05-BC5C-8C7F-9201948F76E7}"/>
              </a:ext>
            </a:extLst>
          </p:cNvPr>
          <p:cNvCxnSpPr>
            <a:cxnSpLocks/>
            <a:stCxn id="1111" idx="1"/>
            <a:endCxn id="1113" idx="5"/>
          </p:cNvCxnSpPr>
          <p:nvPr/>
        </p:nvCxnSpPr>
        <p:spPr bwMode="auto">
          <a:xfrm flipH="1" flipV="1">
            <a:off x="8106336" y="3853188"/>
            <a:ext cx="1264928" cy="11247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5" name="Straight Connector 1134">
            <a:extLst>
              <a:ext uri="{FF2B5EF4-FFF2-40B4-BE49-F238E27FC236}">
                <a16:creationId xmlns:a16="http://schemas.microsoft.com/office/drawing/2014/main" id="{12014A93-7162-1CBE-9C35-0EEEDF3BC43D}"/>
              </a:ext>
            </a:extLst>
          </p:cNvPr>
          <p:cNvCxnSpPr>
            <a:cxnSpLocks/>
            <a:stCxn id="1102" idx="3"/>
            <a:endCxn id="1113" idx="2"/>
          </p:cNvCxnSpPr>
          <p:nvPr/>
        </p:nvCxnSpPr>
        <p:spPr bwMode="auto">
          <a:xfrm flipV="1">
            <a:off x="6737144" y="3528506"/>
            <a:ext cx="587763" cy="565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54036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192F0-855F-2C3B-AB73-77DF5649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28EA28F-4F87-9E5C-D166-2BD4A2A7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2081DA-FC8E-FAC8-FFBF-AD1CED5D092A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13CBBD-7DFA-A9C3-CD73-F434CC54E4AD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788E37C-9CB0-293C-7BCA-7D286A0E247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26A0049-1373-4539-7450-82A0022338F4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BA8C9BB-BC3D-1A60-C1BB-C0C9C69435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AD38C2-11A3-77AF-72BB-D8DEC47BDA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41AD65-122B-7870-D1E2-61E5E64DC10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5207A5A-2BFC-843C-4936-6454A3F61DB6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37859131-24F5-C343-2A9E-6E327C8DCB2A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C978AFDF-072F-B063-9725-D31E16A057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6AED5AC5-B056-AA5C-6A4C-FAF209B3F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D2207FCE-C415-7AE1-0482-997EB2266D79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BDDC50A-7E5B-A2CB-CE21-D4A007A426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0975868B-2AB2-83A4-C198-40B36BAF186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7A9A9160-71C9-F5D7-F170-E1ABB095D5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F53DDA77-E325-98B1-1335-298797FE1C1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778ABEC2-6817-12E6-76AD-88FFCCE1F1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BFA40575-A0DC-91EC-611B-74472288EB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8D7B4AD-F732-333B-33CF-2E71BACFCF3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239FB26C-8C4F-186B-CED6-6939DE41B0F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D9E29E8-350C-D767-2910-4B04FE934E67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1D70F622-A996-19AD-A604-F9CB7CD903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801C4FEB-8FA1-8DFD-326C-93B34178D4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C1115773-DFDA-F6DF-5E65-F1D10CAB5581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CB892946-0B07-8388-A451-7F83685D64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5E7D0B1E-C5E1-C274-1FDF-5203D08ED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7843E22A-5858-A91A-F114-0CE4E8857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44859207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DFC8-3BB5-5253-3090-311B35D0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2570057B-81A0-3B95-4314-53FE69D3F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B756DC-355A-F052-0B79-A885596E966A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764834-4513-D217-AA7B-C49B2B5ADB1A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1B84F9D2-24E9-6E4C-1B6C-9C7E9F10CCB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62B70B6-A188-7C0C-A4CB-E380ADF12C51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F33CDBF-DE3A-FCF4-C0A7-1DF96819DE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068DD1A-EA80-EC59-45E5-1841B8D77C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0686D48-0160-E3B9-FF9E-F4DF31D07BEC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2A631D0-E1F1-13CC-B154-E784ABBC394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FE38B54-2894-5721-9E9E-D80202539F6F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207C004-A4DC-AC84-871F-92CA7D1B3D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36A055CC-2839-59B4-899B-4905FE3DB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69CEB83E-6F01-E14E-548F-A0576416F492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A685A26-B7FB-8A5B-6428-278DD3E4E63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A9577D7C-1123-A3A0-8494-3099CE3592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166805DF-20D8-1CD7-8F3A-7B137310F1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40E760EA-6603-260F-BBD8-0F8447A02C2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0A21ECE7-D02A-6F0F-ABEC-7C9C83BCBCC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10AD5CA-4FFE-C94C-B7A6-7F74969237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04E87407-366B-1AC4-80C4-2C19A6AE5A5C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0EB46039-A81B-5FE9-3F48-A6E5B0B8A318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6257372-920A-1B4A-A4FF-8FA814D36085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27DE22D8-7710-0B3C-0C48-4DE52E38B8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85DE3193-EF29-6816-0AD3-F48D5FEFDD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69E45AC7-9FCD-81C7-F634-41571A73C338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9A181A5A-DC15-E66C-05C0-1CD3CE1E88D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FFBD08E3-912D-08B7-D46A-43101F6B85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A6415387-1E03-C3E7-7887-61392DE63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A2D1254-C4C4-D33D-15E6-1A29AD2DCA4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65721"/>
          <a:stretch>
            <a:fillRect/>
          </a:stretch>
        </p:blipFill>
        <p:spPr>
          <a:xfrm>
            <a:off x="4114800" y="2015830"/>
            <a:ext cx="4114800" cy="23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40034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89F3-3499-556D-C51A-A80EF822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9E416937-9F48-81CD-C562-A04F268A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95C7C-7C04-0682-5131-EB205A6C09DF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1F1F77-6550-91A7-6451-27F7140F2AF7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4836EE1-4236-27B6-7924-94EB98842D23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F8B70B-F846-C048-FE96-DECDBA56FAB2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3193AFD-CBF4-B77D-0B95-4BDD0531113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4B512EA-3ACC-4AEB-1699-1B3AE4404C4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2FD8DB4-5864-633B-4F8C-37E0AC1260CC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B5A2094-6955-2CA5-DAE7-50D9C3FC886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B3B60D1C-A5B8-4F68-29D6-C9CCE8D9F23B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11D769BC-E461-DB94-6C85-24869C2BF2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3DC72259-1464-76C7-D1C9-DA44AF399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9AAA0C9-E2D7-8E2A-498D-64C3EF719052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88B902E-CD0F-FC50-4ED3-FB2B9844187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BAA4CAE2-39C3-B199-60A8-9172474D7D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3239C18D-13CE-1F6B-BFAE-5E0E9C678A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C28D48C0-3258-6C6C-C2BD-8ADEFAD6661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54F8D26A-62CA-6059-8C94-8FBDD0451F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D4FD77B-7B4A-C40D-4CB6-9603E95B4E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A6FAC4F6-5220-4284-483B-D7FB434E663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1BEC23F1-A617-96F6-881E-5006AD9D8BA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C7AC5B9F-B3BE-CA55-9952-277FA1964515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C536667A-FE13-E51D-60AD-F9EA4E103A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10DD0356-75E4-5C07-7348-5679FD97B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E357682C-25F2-96BB-A783-4C25108358E9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E6B36092-D565-7A8F-8CED-676257BB1D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2241A178-D080-7CAD-7A32-414FE70BCB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92DA323A-7D5D-5B4D-D902-0A0AFBDFA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355E9C-5FB9-F599-7918-5C825089936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3884" b="34248"/>
          <a:stretch>
            <a:fillRect/>
          </a:stretch>
        </p:blipFill>
        <p:spPr>
          <a:xfrm>
            <a:off x="4114800" y="4357409"/>
            <a:ext cx="4114800" cy="2192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76D2C1-E58E-2DB9-EA84-BBBBABF30DB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65721"/>
          <a:stretch>
            <a:fillRect/>
          </a:stretch>
        </p:blipFill>
        <p:spPr>
          <a:xfrm>
            <a:off x="4114800" y="2015830"/>
            <a:ext cx="4114800" cy="23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72582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5595-FFCF-9DA3-05E7-37A4D9E2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0F323911-D870-A98C-920C-585AD516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F00F50-B37C-C038-4DA6-04862248E480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5165CC6-4B46-F752-F954-3AE3EDF4B6EF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7DAD3CA-E23B-0798-DC16-AF1D5E6B0404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08344F-158D-E7DF-7164-1219CE05433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FC044E-39EF-CA46-0769-9C4B03D1BA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974D92-6C1D-2712-F9E2-3E70B427222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BB4669C-4465-65B6-CD2E-B7578BE92183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76EBC4D-1AA1-187D-6230-9462C5C85AA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3CC00426-14A0-5D0F-A6DA-3627E959A444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A7E9A235-C859-9B7B-29DD-1C84CFCAC9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5D9EB24F-8CA4-C86C-E1D9-B9B193E15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740C7CFD-B59F-CC19-3CC1-22ADA5F62C06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5E06CB2-CF8C-01A9-2B93-53734886A6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EB52D7FC-D975-A768-566E-5FADE697F05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42A07234-7269-4524-2273-BA57FAA2C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3DA41ACD-AA0E-B15F-8BCD-1DBD2727F3D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5718A1D1-912C-7FD7-9A8D-9EEE6A29CBB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14F266AC-41D8-8C30-5041-9FC2420489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0556B5DD-0B37-164A-6A67-F8CFFDA4B49A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CFB43D80-F327-B179-1242-D83C4B4534A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CF57629-5FA5-032A-31DC-F438D1F00258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2A302319-D6CE-E367-76B7-BA7690D0DF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2DAA8862-5D4E-A1F6-E96A-A26AC093F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7A9854E0-1F6A-60F6-2D84-145F5CF4D8A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D0A475B9-8602-A696-1103-A56931531A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E4CBBEBA-3D41-2CCF-C6E7-B25D28F34E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AE1880D3-309A-6F71-40C0-8C75260E4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6A3138D-992B-E246-11F9-D5364BEB1B5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3884" b="34248"/>
          <a:stretch>
            <a:fillRect/>
          </a:stretch>
        </p:blipFill>
        <p:spPr>
          <a:xfrm>
            <a:off x="4114800" y="2011680"/>
            <a:ext cx="4114800" cy="219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1497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4F1E-22AB-F0D7-BA2F-A21066A4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DA45BCF3-A83E-4F64-319D-218C2B99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2284B-B26C-110F-DE9A-84086F82C9BC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E9BCE2-5877-D180-B693-7611E18DA63D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FF54F96-B2C0-72D8-C9D6-9A54B32C875F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5F8ACF0-462C-C5E8-CF9D-054A11AC0E1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2589A08-0873-86B1-2251-88D663D71AB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C2B2013-7765-FECA-0997-6051CA7C34D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E226313-E355-99EA-EA7B-59959C752BC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A9B492-1183-B02B-D9D8-ED42D3926E2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90D9B20A-71BE-AC82-1996-EBC643EB33C7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A748E5F7-18A1-D414-0073-FACDF468FB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FFAC6F48-1BBF-EBF1-2298-895946955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95D80DD9-3B21-7621-ABA4-F57A45F1170F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4A1C33F-7855-040A-BB29-9583E6D2F26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F4DB8747-1333-31B0-9DA4-9D1C0632B31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FF6F83E3-997F-3040-156C-55C286EC22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BBF2BA30-BE57-16C0-4C4F-D2A1C9BFD68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512337D0-1930-FD13-1BF0-E7AE20591EB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57BA19B-816D-9B9E-9FE4-2245EF13DA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CD333B3-77D6-3A18-06B5-50DA38F93E91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3851D54C-B29D-6973-B1EA-9FB0A29C23B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B4C2953B-088E-9CC3-23BF-382307307AA1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84AC4E47-330E-5107-5AFD-273FFD4D0C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CCCF5009-542A-962B-6542-CB673B48A1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A79DBCB2-D9EF-9BD9-2712-5EB901F89C0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B9EA0081-F46B-3DE0-1F4C-B31B516CB2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43EFEDD3-43B2-B259-C98E-C998C8BB4B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B58C8E8D-509A-CA88-5E63-DAA25696DC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E65C64-7C98-990A-87D3-8033D5C6354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3884" b="34248"/>
          <a:stretch>
            <a:fillRect/>
          </a:stretch>
        </p:blipFill>
        <p:spPr>
          <a:xfrm>
            <a:off x="4114800" y="2011680"/>
            <a:ext cx="4114800" cy="21924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406418-E261-635D-4337-A6432A23646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65235" b="23910"/>
          <a:stretch>
            <a:fillRect/>
          </a:stretch>
        </p:blipFill>
        <p:spPr>
          <a:xfrm>
            <a:off x="4114800" y="4201916"/>
            <a:ext cx="4114800" cy="74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58482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2CD6-679E-1729-A1A2-86247135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3FC85B-9A58-C054-22A0-7930F4FE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366"/>
          <a:stretch>
            <a:fillRect/>
          </a:stretch>
        </p:blipFill>
        <p:spPr>
          <a:xfrm>
            <a:off x="4114800" y="4945266"/>
            <a:ext cx="4114800" cy="1694790"/>
          </a:xfrm>
          <a:prstGeom prst="rect">
            <a:avLst/>
          </a:prstGeom>
        </p:spPr>
      </p:pic>
      <p:sp>
        <p:nvSpPr>
          <p:cNvPr id="1252" name="Title 1">
            <a:extLst>
              <a:ext uri="{FF2B5EF4-FFF2-40B4-BE49-F238E27FC236}">
                <a16:creationId xmlns:a16="http://schemas.microsoft.com/office/drawing/2014/main" id="{290A8EE8-173F-0EA4-371E-11B605A7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25028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First Attempts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23D3D4-0F7E-6784-50B4-A903CF4984D1}"/>
              </a:ext>
            </a:extLst>
          </p:cNvPr>
          <p:cNvSpPr txBox="1"/>
          <p:nvPr/>
        </p:nvSpPr>
        <p:spPr>
          <a:xfrm>
            <a:off x="9167104" y="585034"/>
            <a:ext cx="302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Gestrin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et al, HAXP@ICAPS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81F6CD-2C2E-C9A3-C65D-5AC5F7EA2177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8B18646-94C1-28D8-BEFB-9B636741C8FF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707DB98-5822-B8B1-32EC-C959B86A34A4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82AAD5A-7431-905B-85DD-604D3092A9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9BF1599-DDAC-47E4-1FE3-98750986B3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8EAD9A3-D70F-63DC-F2D6-DFE9EB33E0CF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291AE6A-DA25-CAF5-5049-0AD58BD9E83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BAB1EB91-A7F8-EFEC-AA5E-88F203C2157E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5A0FB9DD-2CF6-2319-7A6D-CBC92BB469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B792E9E6-8383-11E5-4AA3-DB79E58AB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6C73D2F5-5DA6-6E2A-8867-A7E91550A968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3EBF759-F3DC-9BE4-3AC2-FB6287F4C1E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764CF9EA-0084-A8BC-1E9B-6D3BFAE8BE7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F186D5EC-0E4F-90ED-B048-C2DB75ECF6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B7A6066E-B16D-B51F-D907-F694019C50C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A875A78C-EC56-7DC4-7847-F8A0B0918F5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8E785B0-8491-1AC0-0E04-82004FD94F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D3881380-836A-D03E-12FD-116314147D7E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7F50D602-5D39-AD40-5DD6-E5DFBB4027F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A1697570-ADE6-8646-C209-51820BC7A531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49A3CD39-B3F0-8579-0523-CCBD12D59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3EDF4798-4019-0A82-61FE-E40C697107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8BD84E6A-8BD1-746A-BE6F-C3768F036DE9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EFE76F04-D18E-7A3E-A7D6-C847696BFB3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18B96783-FFCD-E8A4-07CA-A87944CE6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C3E4E3DC-97D7-A169-5ABB-1E0941E10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A56FB4-456B-3324-7F1C-C7F47B1B4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84" b="34248"/>
          <a:stretch>
            <a:fillRect/>
          </a:stretch>
        </p:blipFill>
        <p:spPr>
          <a:xfrm>
            <a:off x="4114800" y="2011680"/>
            <a:ext cx="4114800" cy="21924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A64CCC-BF8B-1275-3656-884787D8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235" b="23910"/>
          <a:stretch>
            <a:fillRect/>
          </a:stretch>
        </p:blipFill>
        <p:spPr>
          <a:xfrm>
            <a:off x="4114800" y="4201916"/>
            <a:ext cx="4114800" cy="74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37391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DE71-AEFF-D993-B1E9-8DECCAF5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D576441-E396-1A25-7AF1-7164CAAC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1FFED-FE68-D555-B723-F56C8DB38987}"/>
              </a:ext>
            </a:extLst>
          </p:cNvPr>
          <p:cNvSpPr txBox="1"/>
          <p:nvPr/>
        </p:nvSpPr>
        <p:spPr>
          <a:xfrm>
            <a:off x="3990577" y="3035820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is being tackled?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2239320-7EBB-A862-C5BA-B75A4730E0F9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280A455-4E03-631E-4C45-1745C23B6CE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4F2EA4-44AF-4C95-66C2-CB6DD8E2302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29DC37A-2B06-34D4-FAFE-E4688CCE75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879037E-CA8C-CCC3-506F-A2215E0124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0412CA5-B0C1-E47D-1428-BB671C888AC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CCF9C99-B809-C261-8EF4-7441430B766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0CA34C9A-EA24-E086-9E46-CEB8AD0EC03E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4F2B2A32-7717-09C8-B870-F8FAFBAB48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7DB15E22-8654-D334-511B-51F20EBADC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A9F047D-FCC8-F5DD-DBBC-41D3105AA252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AC35692-01E0-FD7C-8C03-707BE971A9C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945CEA0F-EA76-868D-429B-D637720A7BE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69E2CFFE-54DC-9A77-B190-F5971A1036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DCE7669-3ECF-07B2-A039-AEC9A82CEF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EEE0A92-5932-B33F-6A3D-29CD5D128FC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603BE789-0FEF-AF1D-C350-83F360486E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4A9975CB-5968-D9DC-AE4D-64D937BEC171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964A0E33-1E0F-F68D-994E-3B69E4C941D6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C5648C3E-594E-E5A5-F0F9-431AC3BCDC4B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69C5F691-046F-31FF-D881-55C0AA44DB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58265ACC-CDC8-F05A-685B-BC3D588F67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1A270D49-EBB9-8CEF-DCC8-A6FEC64AE145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18C6BB40-93B7-EB8D-C94D-5EDBCDEF33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97EBE10D-88F3-BEF5-3CCD-B33BD24D66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FD101A19-4204-6BAA-3211-C9C37D2C1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45774191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9E3B-593F-9E0D-FA04-5A6C324D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C937A4A2-C272-303B-11D4-82AE729A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A2221-223D-8A8B-B8A3-80CEDEE43615}"/>
              </a:ext>
            </a:extLst>
          </p:cNvPr>
          <p:cNvSpPr txBox="1"/>
          <p:nvPr/>
        </p:nvSpPr>
        <p:spPr>
          <a:xfrm>
            <a:off x="3990577" y="3035820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is being tackled?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42A5BCD-B285-7966-65DD-E493256C8A7E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13E1D68-B6AB-48A9-9432-957B15114F2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8928692-5E4E-CE38-76BE-A7A62CE1E98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973CC29-3F5D-26FC-5CA4-C07EEAF7F9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7725F13-3769-7196-5DB4-0EDFEBFEE1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4D7D2B9-1BED-6696-80E4-CD9A1C439086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745BE4-5235-564C-7849-20346C4BA4A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2CA086DD-8DA1-70E7-3F1F-370A78651489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F7D99345-80AE-C995-6A02-7327B5E5C1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C9C49B71-AE33-80DD-920F-12A390B4D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C12CEC67-D14E-CB81-B0BB-0DA154DD1AA1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D885D919-2BFF-5026-C9A1-792DBA3FF1A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203779A0-D763-1475-870B-F5216D49515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79A58470-EDCA-65A9-B88E-A6CDD045BF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1385541E-A7B8-3E48-6B2B-ABC5CF1026E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73112FC8-3292-7CCC-C7D2-195727C5DA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C630BA76-E3D0-15CE-40B3-A1D93A53D9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F5DC3235-14D1-90E0-C01F-984616FF4278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3C13E457-8398-813C-574A-C430FC5055C3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264D544B-7E61-6825-5BEA-15AF6CE5681A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127D79E1-5230-311C-1F79-F509768ABC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D7B5BAF0-5FD9-C849-7864-F795036BB5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B0FE6968-E02A-23A9-D0D4-53E8E06BE357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061A94AA-0268-9BDD-C50F-368FB93F04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13D1C003-8E19-012E-1D60-B6426E44C5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02A28A11-8DA8-8F61-46BB-FDA387E18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5E76DC9-745E-01C0-AF3D-E82C15E17C22}"/>
              </a:ext>
            </a:extLst>
          </p:cNvPr>
          <p:cNvSpPr txBox="1"/>
          <p:nvPr/>
        </p:nvSpPr>
        <p:spPr>
          <a:xfrm>
            <a:off x="5170386" y="3575427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Syntactical correctness!</a:t>
            </a:r>
          </a:p>
        </p:txBody>
      </p:sp>
    </p:spTree>
    <p:extLst>
      <p:ext uri="{BB962C8B-B14F-4D97-AF65-F5344CB8AC3E}">
        <p14:creationId xmlns:p14="http://schemas.microsoft.com/office/powerpoint/2010/main" val="1945396942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C8F0-4657-F767-6F60-F541C179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BE873F8-8D1B-6055-4292-F72CBE339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532DB-9B20-99CA-159A-E06F917D1069}"/>
              </a:ext>
            </a:extLst>
          </p:cNvPr>
          <p:cNvSpPr txBox="1"/>
          <p:nvPr/>
        </p:nvSpPr>
        <p:spPr>
          <a:xfrm>
            <a:off x="3990577" y="3035820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is being tackled?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A0020C-3A09-3CC7-41AE-3FAD9B016D99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8C18FEA-600D-D9A3-B480-3BB6964DB199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23F4961-5C0D-D6AE-0705-9B1AEFB46760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7A9E376-F19D-F19D-D243-17E4FB745E4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2149A07-BCB4-4AEF-28F3-AFFFDDCA2A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A8839BC-8C19-762F-5393-6D44D4BC8A33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88D8103-9883-7389-E25A-CCB0D3DCE89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033D0B61-669B-90CE-ADF9-93E3A11B6A06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A96D46A4-E507-EBA8-CCA1-5462DDB4F6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24170045-B523-6527-5216-EB4410993F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51D8E751-BC1D-0778-1D49-6D25570E73B6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300C3B5-A7DB-5413-6620-FC2EB907D07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5A4621CE-666B-B57E-01E2-899C3AFCEB4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A72F3614-EA0A-60AA-ADA1-2D18FB43E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CD8127B-482D-7AA0-5E9E-0C54060C205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87C0812A-5406-F036-CA44-3371742073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38C79163-6B52-EE86-5335-0EEA26612C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E5C5835F-D3A2-5412-063C-71944408D6C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CA966FC1-BEC9-5549-C6A4-F7C6E0F76578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6EF27D95-FE99-1060-7929-2CCA1DF105A4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2777C10E-E60D-64B5-67E0-E0A719AB9F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686AD6B-E9B5-D0A0-9001-1DD898E1AB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96BCF94-C21B-839C-230C-B37BBCFB3DA0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A4C1C3A6-2915-1A95-4180-F2298855AFC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378B67D9-3CD2-4605-DCF9-7B3B3A90D8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2640D47E-BD3C-7B89-3D77-B1D0C0AB0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98B2B69-08B3-1784-82CF-A81B7BA0457F}"/>
              </a:ext>
            </a:extLst>
          </p:cNvPr>
          <p:cNvSpPr txBox="1"/>
          <p:nvPr/>
        </p:nvSpPr>
        <p:spPr>
          <a:xfrm>
            <a:off x="5170386" y="3575427"/>
            <a:ext cx="302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Syntactical correctness!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B6824-31C8-EE54-EE1A-2093E8883942}"/>
              </a:ext>
            </a:extLst>
          </p:cNvPr>
          <p:cNvSpPr txBox="1"/>
          <p:nvPr/>
        </p:nvSpPr>
        <p:spPr>
          <a:xfrm>
            <a:off x="3990576" y="4371521"/>
            <a:ext cx="4654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What about semantical correctness?</a:t>
            </a:r>
          </a:p>
        </p:txBody>
      </p:sp>
    </p:spTree>
    <p:extLst>
      <p:ext uri="{BB962C8B-B14F-4D97-AF65-F5344CB8AC3E}">
        <p14:creationId xmlns:p14="http://schemas.microsoft.com/office/powerpoint/2010/main" val="2013510920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7F04-7700-879B-408E-36F25548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1F417996-C251-741E-FAD5-4D050B24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836993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Tackling Semantic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E28E55-6F7B-DEAB-9BE0-21F60F8E15F7}"/>
              </a:ext>
            </a:extLst>
          </p:cNvPr>
          <p:cNvSpPr txBox="1"/>
          <p:nvPr/>
        </p:nvSpPr>
        <p:spPr>
          <a:xfrm>
            <a:off x="9693805" y="749363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8702FC-D555-6715-7D2F-3600AC91D76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D08B0892-F322-EB3F-36F3-6458CB04D89F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E05663-C00E-7E37-566F-25695C8F6E5E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8DD6522-287F-A7D6-2AB8-6212227B93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38E202E-C388-8726-9CED-0A8CB6DF729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4A3DBF2-CB0D-FD99-BFCA-379DAAC7737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54EF6C4-5DD2-85E0-7B48-12776645597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5F3A0CA8-DDB8-E651-D6EE-20E1B64A15B5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35C3C3A4-4BD1-59F3-A1A1-66D7EB28D7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8C27E306-4A9E-CAC4-BA41-5C526F9B9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0C2D946F-46F1-6D1E-B9E3-29267E19266C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C3E6D1A5-9621-8F8F-818F-0DE372EECB1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0294E2A4-7A04-77F6-E2CA-83B869B1C4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92353D65-6B95-9DDD-7B0A-FE7464098E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99AF0139-66A1-60B5-0E60-777A302B0EF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08FD7E6D-04F8-4AD4-C0B6-77DF6D322BD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52598848-F821-8888-6DB6-FA4B27C676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22844FA-9FF5-0D13-2468-38D29A7EE9C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A5D9BEC0-E080-BB14-D784-9D4566499333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5B14E011-CB65-0957-A61B-106AB134FDD7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C23E094C-7B42-DC87-579B-FAB2045E6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2CBC87B-99B2-E835-5401-00DEDD97D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D0F8F4C-9C89-0341-6EB6-03B4B7E322B2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8638D6CC-0ABE-27C3-33FD-ADADAB40EE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E710AD95-A405-539B-8415-A9C86C39B9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4D4D3C09-BC1F-5BFB-9B59-4671C2EC6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30836711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B9D4-0747-1D50-972F-2A0ACDD0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50F1953F-BD45-0982-5E99-5D7444832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836993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Tackling Semantic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7B27AE-5EB8-80F8-96FC-99D62EFBF175}"/>
              </a:ext>
            </a:extLst>
          </p:cNvPr>
          <p:cNvSpPr txBox="1"/>
          <p:nvPr/>
        </p:nvSpPr>
        <p:spPr>
          <a:xfrm>
            <a:off x="9693805" y="749363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923276D-D014-F62F-F9CF-CD5011B44E28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403E211E-9CFB-647C-D356-6BBE0E051E1E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AF22C5-237A-DC6C-494C-057D0EE9212C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E70D2A9-6218-7826-843D-EC46CA5663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D36FF1-EE4C-F42E-728C-76EE588B1E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8882CE4-ACD5-B6FC-97EE-E4B366110241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649AA16-D266-D768-B626-2D883714DC8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5C688153-B682-C12E-9702-6B0C183EBDDA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2024BDE0-9E66-790E-EB2D-2903A50011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4C16CAE4-3AB9-B348-851E-04C5A3FD23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A660FCA0-E1A3-4E33-E9E1-182346EEF42A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A9E25C3A-31A8-F6FD-F54D-A6355C1E781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2072C2C8-50D3-4330-773B-7DF718D5A3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F407EC22-06DA-D36C-DE6D-3DC640CE24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F4FA323-84A2-000F-4D6C-0CA4F1A1230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DBF02283-4E17-3A03-329E-58A8C13167D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06495F98-29DF-370A-B90F-FE5DD6077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3F586AEC-256D-3D7D-7C72-DABD07ACD8E8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1101ECC7-97F0-5DC5-E787-D9EB15923710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AF1EDCEC-19FE-4C88-0F9A-FC4039D3CB5A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3D036084-5CB3-2753-5296-9768C6678A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3B69651C-FEC9-4149-B9BB-7C06D53132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6120E944-FF73-4969-D331-0B1AF7F35BA9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99FFB10D-366C-1BDF-4220-946EDE8C62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08004E7E-9147-834C-E4F7-90E7337CBE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3C3D88DF-8343-AC06-7DBA-3916D760D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FB34F0F-9584-0A92-D05E-10CC66EB650B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1" y="1948077"/>
            <a:ext cx="6980044" cy="1585647"/>
            <a:chOff x="2291257" y="2252863"/>
            <a:chExt cx="7525406" cy="17095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20E81D-9EF0-1B80-B4B0-87A9FB2D6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384" t="1328" r="794" b="70647"/>
            <a:stretch>
              <a:fillRect/>
            </a:stretch>
          </p:blipFill>
          <p:spPr>
            <a:xfrm>
              <a:off x="2291257" y="2252863"/>
              <a:ext cx="7525406" cy="1709538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4E3AF5-DFD6-05B9-FE20-814B5EFBB33B}"/>
                </a:ext>
              </a:extLst>
            </p:cNvPr>
            <p:cNvSpPr/>
            <p:nvPr/>
          </p:nvSpPr>
          <p:spPr>
            <a:xfrm>
              <a:off x="2291257" y="3658735"/>
              <a:ext cx="1245804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1888034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CBA0-8AD8-8059-F93C-66998CA8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5C2CD11-B870-95F0-675C-992898A49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836993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Tackling Semantic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36121D-6666-D00F-15BF-98E77BDE632E}"/>
              </a:ext>
            </a:extLst>
          </p:cNvPr>
          <p:cNvSpPr txBox="1"/>
          <p:nvPr/>
        </p:nvSpPr>
        <p:spPr>
          <a:xfrm>
            <a:off x="9693805" y="749363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2B06CE-A238-7C65-98D5-91672C5A589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4A3C922A-5A54-520F-7444-C558FB8CF3A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2368DD-EE4C-62F3-639B-52840F0F3F45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0DD24D5-4554-AE00-AC06-DCCE8650D20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6F33C9B-3826-D4AB-E23E-4C07946FBC3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3EB309A-1BCF-9E4E-5649-CB4A9013730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49EF8BF-AEE8-6C70-CF5D-408300EA3A7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43DB8AA6-9C4B-1CAF-3842-3C87651D6F58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A937130-8743-231E-DF2A-3E102FD955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1BF6CF97-89D2-60EB-24A9-00809AA50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5A7840FF-E69D-188C-6D22-444EE7F30072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739CEF0-2810-223B-F521-8BEE6110976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2F9005D4-C4EA-C5FA-F3D4-6CC791C89A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878F1B18-2664-4E1B-2AD6-C3078AC70C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800F96AF-1EB1-C1AC-F25B-F928272F29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B194BAC1-A011-71E3-25A7-F47231A95A2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BB5F396B-23CD-9974-5D7D-FE1E2A38C7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6CA976E3-BF69-B58B-4E36-799D7C2EF12C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57F2BE88-6FF2-FA72-7CA2-0DD66AE07218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9B39B75E-8F80-845A-854B-9CFF544BACA2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D393C7D4-6ED4-8D45-D1A9-84294CE70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5D59453C-BAB7-6691-C803-C5C3C80E54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53C1FDDC-7835-FB49-DEE8-A2C929623E1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57B1CB8E-E182-48B1-7DC2-99596617F3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FE21A59B-BDC9-FB29-C598-5C7E03090F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EB29056B-7DA5-BB3C-3E52-619ECEE375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9C0012B-A56F-8F22-1E91-4C208285CDE3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1" y="1948077"/>
            <a:ext cx="6980044" cy="1585647"/>
            <a:chOff x="2291257" y="2252863"/>
            <a:chExt cx="7525406" cy="17095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361810-22D5-4AB6-6C2E-1A05137E9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384" t="1328" r="794" b="70647"/>
            <a:stretch>
              <a:fillRect/>
            </a:stretch>
          </p:blipFill>
          <p:spPr>
            <a:xfrm>
              <a:off x="2291257" y="2252863"/>
              <a:ext cx="7525406" cy="1709538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C51ECB-EE6D-56D8-79C3-89CDA54E3AE8}"/>
                </a:ext>
              </a:extLst>
            </p:cNvPr>
            <p:cNvSpPr/>
            <p:nvPr/>
          </p:nvSpPr>
          <p:spPr>
            <a:xfrm>
              <a:off x="2291257" y="3658735"/>
              <a:ext cx="1245804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52DB83-80A6-9B0A-525F-8B7B5721E860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5" y="3756177"/>
            <a:ext cx="6986561" cy="2653760"/>
            <a:chOff x="2291257" y="3640556"/>
            <a:chExt cx="7532430" cy="28611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9C6A0D-8AAF-35AE-7405-ACC25B39262E}"/>
                </a:ext>
              </a:extLst>
            </p:cNvPr>
            <p:cNvGrpSpPr/>
            <p:nvPr/>
          </p:nvGrpSpPr>
          <p:grpSpPr>
            <a:xfrm>
              <a:off x="2298281" y="3640556"/>
              <a:ext cx="7525406" cy="2861105"/>
              <a:chOff x="2298281" y="3640556"/>
              <a:chExt cx="7525406" cy="28611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B5350DF-B12C-E818-6DC1-8E4C20B96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2384" t="24122" r="794" b="29272"/>
              <a:stretch>
                <a:fillRect/>
              </a:stretch>
            </p:blipFill>
            <p:spPr>
              <a:xfrm>
                <a:off x="2298281" y="3658685"/>
                <a:ext cx="7525406" cy="2842976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1C229EC-986D-A7D0-B39E-1781216208F8}"/>
                  </a:ext>
                </a:extLst>
              </p:cNvPr>
              <p:cNvSpPr/>
              <p:nvPr/>
            </p:nvSpPr>
            <p:spPr>
              <a:xfrm>
                <a:off x="4422985" y="3640556"/>
                <a:ext cx="5183469" cy="303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F5C7EF-27B0-3B88-6957-C3F31EA5CC85}"/>
                </a:ext>
              </a:extLst>
            </p:cNvPr>
            <p:cNvSpPr/>
            <p:nvPr/>
          </p:nvSpPr>
          <p:spPr>
            <a:xfrm>
              <a:off x="2291257" y="5958138"/>
              <a:ext cx="154526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E433A6-3801-6F75-93D9-0EDD8A1B52E9}"/>
                </a:ext>
              </a:extLst>
            </p:cNvPr>
            <p:cNvSpPr/>
            <p:nvPr/>
          </p:nvSpPr>
          <p:spPr>
            <a:xfrm>
              <a:off x="2298281" y="6166091"/>
              <a:ext cx="221065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9326834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8DD7-4B64-9883-3F8C-6CB9CA62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5EB41CD6-65A9-DBD5-5122-76D61A76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836993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Tackling Semantic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276E4D-62D6-5C15-76BF-354BE1DEE865}"/>
              </a:ext>
            </a:extLst>
          </p:cNvPr>
          <p:cNvSpPr txBox="1"/>
          <p:nvPr/>
        </p:nvSpPr>
        <p:spPr>
          <a:xfrm>
            <a:off x="9693805" y="749363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CC7EDEC-809B-8F9D-7CB4-F1AEBBE40A57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6490148-C700-6A09-53D7-9FEDDF500E0E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1AFF3FE-9C3B-3575-7B76-7DF8D5E3AB03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4D0CA6F-C874-219E-6055-30ED5C9802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3186B2D-0B5B-9883-BF9D-049DB0494E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7EA0867-4952-7DF7-38B3-5879A32A64E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C435D-65F3-6994-549F-3C825624314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BC54F81D-3CD9-1B04-5827-EEDD709D73B8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48D99D97-9B5F-CFCE-12F5-4C899D568D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B8B31C5E-3443-2BB4-ABA3-BF4264485F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F0A1375B-825C-7ED8-4155-1BAED1CC7592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41227CA-491F-107C-AD65-49868E3EB41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1DC35B1C-59B7-2B9C-F7D4-1892697E09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39B83931-67E2-1500-CD10-167AEEEFAB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38C21FBE-472E-4EA2-842E-85245439310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DA5FE0DF-E1A1-F7BD-6EDF-F4F0CDB8A61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8EF261C7-9A01-BD50-AD4B-EBD99FF75E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9F659141-91AA-58E7-D53A-7AA381410474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A1FF2201-5595-1CA8-A05D-1D00DCBC86F2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147A410F-7874-3D96-3530-2773DBDBE2F2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FCA96060-0E8E-A7CE-A451-9C8FF6E601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FF929ACB-A859-FE1C-EB38-AB5415FE8E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D21513B1-42B7-381A-A448-F83A6DE9FA5B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450465E4-6BA1-10CA-BE70-688A222860B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86B57D67-AF56-D908-FBB0-4989457CD9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F356FA58-E2F9-A766-D31F-3803D2BF2D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E0BCD-3403-A0CD-68B6-EA0E1A089C42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5" y="1947672"/>
            <a:ext cx="6986561" cy="2653760"/>
            <a:chOff x="2291257" y="3640556"/>
            <a:chExt cx="7532430" cy="28611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B45F622-38C0-8924-CB7A-862B25ED3913}"/>
                </a:ext>
              </a:extLst>
            </p:cNvPr>
            <p:cNvGrpSpPr/>
            <p:nvPr/>
          </p:nvGrpSpPr>
          <p:grpSpPr>
            <a:xfrm>
              <a:off x="2298281" y="3640556"/>
              <a:ext cx="7525406" cy="2861105"/>
              <a:chOff x="2298281" y="3640556"/>
              <a:chExt cx="7525406" cy="28611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1F2723E-F5AF-8D5E-EA6B-648172962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2384" t="24122" r="794" b="29272"/>
              <a:stretch>
                <a:fillRect/>
              </a:stretch>
            </p:blipFill>
            <p:spPr>
              <a:xfrm>
                <a:off x="2298281" y="3658685"/>
                <a:ext cx="7525406" cy="2842976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727FA53-6B40-8C7D-C93E-2E241DD3421C}"/>
                  </a:ext>
                </a:extLst>
              </p:cNvPr>
              <p:cNvSpPr/>
              <p:nvPr/>
            </p:nvSpPr>
            <p:spPr>
              <a:xfrm>
                <a:off x="4422985" y="3640556"/>
                <a:ext cx="5183469" cy="303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0429FE-433D-E34A-FB4A-F3124D4CB07F}"/>
                </a:ext>
              </a:extLst>
            </p:cNvPr>
            <p:cNvSpPr/>
            <p:nvPr/>
          </p:nvSpPr>
          <p:spPr>
            <a:xfrm>
              <a:off x="2291257" y="5958138"/>
              <a:ext cx="154526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14936D-997D-4782-DE0F-E3878D027A87}"/>
                </a:ext>
              </a:extLst>
            </p:cNvPr>
            <p:cNvSpPr/>
            <p:nvPr/>
          </p:nvSpPr>
          <p:spPr>
            <a:xfrm>
              <a:off x="2298281" y="6166091"/>
              <a:ext cx="221065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2943170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8D0A-DEAB-2214-BCE3-D48D42C4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11808DC1-1A3C-B95A-183B-2E499C8A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836993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Tackling Semantic Correctness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DDC342-F346-F1D2-795E-C996CA75ABDA}"/>
              </a:ext>
            </a:extLst>
          </p:cNvPr>
          <p:cNvSpPr txBox="1"/>
          <p:nvPr/>
        </p:nvSpPr>
        <p:spPr>
          <a:xfrm>
            <a:off x="9693805" y="749363"/>
            <a:ext cx="2142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Huang et al, AAAI 2025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AA5720-B45E-667C-5584-1CB9F6FDF795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1A8D160-6769-87D6-63B2-24DABC7903EE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BA7330-7125-4A0E-5F1D-ECFF7C9B8611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B48C9D1-7C8E-95EB-9588-C868F73336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24516A-E37D-1686-3EA5-C1DEF1D7E91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EC9551-93DE-C0CB-A6B1-D9E193551AF4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4ED7D77-9334-3598-5A12-8C5D9ADE3F1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B587A9C3-71C9-B524-47FF-D019B60AF83D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F872E613-ED0E-B593-7D01-C74EE3112E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7F0F3437-D0F8-EFB1-080D-892E3181E7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123DC1F-584C-BE41-9981-640AC3A3A205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576EC73-D409-D702-7D26-30C0866163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8689C929-24F8-C2E4-D859-A9817A83122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A31CA5E1-84DD-A4BA-FEC5-841EF9649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9A611F4C-1038-CECF-519C-074F86F180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E04F655-033C-7CC3-7BF9-A857DA2467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DF5DA4F9-5649-3707-6B83-50AC3B524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D225A2A-FC09-8342-00DE-0A3D9A219118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3A144059-A7D2-FAE8-28A0-74493E4C80AA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97A35635-A29A-830B-1960-8D10482D656E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7319756B-62FD-12CD-FCD6-69C3446D51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7C71FB9B-CDEA-6347-00AE-ED417DFF4F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37C74FA5-4B54-9CA1-D3A4-5EBF282C0DD0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DCF36F36-EE8B-A7ED-733F-DA8E8FC909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AEA4044E-8456-63E9-6DEB-9A2839090D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C11D8670-C6D4-8DE5-7983-A535FAFDF5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437DB4-99FE-E455-9126-9938A2CDB981}"/>
              </a:ext>
            </a:extLst>
          </p:cNvPr>
          <p:cNvGrpSpPr>
            <a:grpSpLocks noChangeAspect="1"/>
          </p:cNvGrpSpPr>
          <p:nvPr/>
        </p:nvGrpSpPr>
        <p:grpSpPr>
          <a:xfrm>
            <a:off x="2554015" y="1947672"/>
            <a:ext cx="6986561" cy="2653760"/>
            <a:chOff x="2291257" y="3640556"/>
            <a:chExt cx="7532430" cy="28611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E49521D-C2D9-48E9-2479-E10570E148D3}"/>
                </a:ext>
              </a:extLst>
            </p:cNvPr>
            <p:cNvGrpSpPr/>
            <p:nvPr/>
          </p:nvGrpSpPr>
          <p:grpSpPr>
            <a:xfrm>
              <a:off x="2298281" y="3640556"/>
              <a:ext cx="7525406" cy="2861105"/>
              <a:chOff x="2298281" y="3640556"/>
              <a:chExt cx="7525406" cy="28611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6D7B5A9-17B6-6105-75B3-490C4B1EDE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2384" t="24122" r="794" b="29272"/>
              <a:stretch>
                <a:fillRect/>
              </a:stretch>
            </p:blipFill>
            <p:spPr>
              <a:xfrm>
                <a:off x="2298281" y="3658685"/>
                <a:ext cx="7525406" cy="2842976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67BD648-3258-161C-84F4-3D4E0B5E4898}"/>
                  </a:ext>
                </a:extLst>
              </p:cNvPr>
              <p:cNvSpPr/>
              <p:nvPr/>
            </p:nvSpPr>
            <p:spPr>
              <a:xfrm>
                <a:off x="4422985" y="3640556"/>
                <a:ext cx="5183469" cy="303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CD5380-66ED-510E-288D-A25CE9B6C082}"/>
                </a:ext>
              </a:extLst>
            </p:cNvPr>
            <p:cNvSpPr/>
            <p:nvPr/>
          </p:nvSpPr>
          <p:spPr>
            <a:xfrm>
              <a:off x="2291257" y="5958138"/>
              <a:ext cx="154526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2355FE-B44A-FD73-09EB-D9D94E3E1931}"/>
                </a:ext>
              </a:extLst>
            </p:cNvPr>
            <p:cNvSpPr/>
            <p:nvPr/>
          </p:nvSpPr>
          <p:spPr>
            <a:xfrm>
              <a:off x="2298281" y="6166091"/>
              <a:ext cx="221065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4FC2EC-D326-6E3C-FBE8-C550AB797E6D}"/>
              </a:ext>
            </a:extLst>
          </p:cNvPr>
          <p:cNvGrpSpPr>
            <a:grpSpLocks noChangeAspect="1"/>
          </p:cNvGrpSpPr>
          <p:nvPr/>
        </p:nvGrpSpPr>
        <p:grpSpPr>
          <a:xfrm>
            <a:off x="2536924" y="4487919"/>
            <a:ext cx="7073882" cy="2067570"/>
            <a:chOff x="2473867" y="8450316"/>
            <a:chExt cx="7626574" cy="222911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54396C-8E10-79D0-76F1-E7F6FDA31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384" t="62248" r="794" b="1209"/>
            <a:stretch>
              <a:fillRect/>
            </a:stretch>
          </p:blipFill>
          <p:spPr>
            <a:xfrm>
              <a:off x="2473867" y="8450316"/>
              <a:ext cx="7525512" cy="2229112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DCF3205-2B1D-954F-149D-E2FEAEF9A2ED}"/>
                </a:ext>
              </a:extLst>
            </p:cNvPr>
            <p:cNvSpPr/>
            <p:nvPr/>
          </p:nvSpPr>
          <p:spPr>
            <a:xfrm>
              <a:off x="4218291" y="8450317"/>
              <a:ext cx="5882150" cy="220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911C65-685F-DA7B-7278-856C20ADCD0E}"/>
                </a:ext>
              </a:extLst>
            </p:cNvPr>
            <p:cNvSpPr/>
            <p:nvPr/>
          </p:nvSpPr>
          <p:spPr>
            <a:xfrm>
              <a:off x="7507476" y="8562250"/>
              <a:ext cx="2210657" cy="303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2992821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914DF-C846-8B9F-B214-10ED4354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AA249345-AE5E-FAAF-5CB1-828BD2B5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23AF1-CA99-2B68-C7E1-54F1AB5613DB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37B6068-A67F-E10B-DC3B-FE55E16AEC61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5367C21-E886-7DF0-0C8F-D1796662596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A3FF6D-0E40-18CE-A05A-1E36001942BB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167999D-C089-D89B-5472-39ED29A9B33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6B79D5C-3317-2531-7873-46B562793F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2F5A56C-E272-0131-0587-38A3F2F2F9D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375B2C4-0650-10B0-70C6-A48582F3FC51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2C1B0FBB-F0E7-D347-3CA3-1D8DD6305E63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CC19933C-FC7B-8BF4-1912-D3D142ABD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BB83A32A-6BED-1A70-07FE-39EBBFC89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B61BF853-816F-0B8C-21AB-D9C8A15E610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0856BF0-EF55-086E-4187-919815B42D3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FB9A7F3D-5106-7E19-0193-2065DD2E01A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A8D3BA56-1D1E-D2FD-9019-0DB9294524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DC65D589-F682-71FC-3BEB-81D0FFFFF38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6EB246C7-8320-4FA2-16DA-6C242ED516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DB4D3414-67B4-971D-FFFE-2F8BF99A1F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1E704669-0FCC-7BED-C307-998E6B57D5D9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E9FB028F-D91B-99B6-254F-4A3953E00D4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653059DC-6D21-CCDB-5D00-7D074B0D321A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4EAA8502-E6F9-155B-A64A-FE9CFD1551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BE453C7F-F7C3-AF3A-F2D8-4528E71715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0FA42ADE-F30A-54D9-1CC9-DEC998917B15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DE072DDF-98D2-94C6-6F96-CEA7962B94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7EF375E9-9AC7-D886-2E10-1B8B398BD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22FB6C3F-82E7-EBE9-AA79-69896EEA8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5172115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47F59-B8D3-6849-0F6E-4C84BEB1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7FCFCBE1-196D-7451-CD91-223BB9B4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8D011B-F9AF-3D05-91BA-27E5BAD70E9E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FED314-BB1B-4BE3-E000-B1B404C54A4F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C569A6B7-1653-F20E-7C24-C9F12429D047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BBE2D8-808C-C6A9-1189-B502EF7BE13B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0BA7994-D3B0-B932-F936-5DE4CBA624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2921F36-6E62-6BDB-6842-01D3A9EA3D7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9E06441-62B9-76FA-4E03-3EAC251CC8A2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A4C9DAC-5148-1FEA-0DE7-B9FF0A76B6A1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F2A80F75-4BD0-DE01-44D6-39A653497AFB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AECE0629-3613-4BF6-09F7-6DB269EE76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4D34DBFA-C231-9BF2-CD4D-2DD283DCB5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F2B46E9-C950-637E-12A5-3756C0CDF69C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BA887B9F-ED28-992C-F205-0D53AC73D73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AED359FC-A617-0A18-FA81-758F89F963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D173FA9E-9386-4C76-6653-8FB43F2A9A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71B3725-4803-DBA6-6469-639BB5106ED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6300A110-AE28-F6A4-72C1-AF1755E35DB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72073238-262E-6F98-AB09-16AD8A35C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C5985749-507B-DE8E-D7DD-ABB3A34F1FC2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F9ABF498-6CC8-85B5-730C-9297C56ABC0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F8EE9C64-86F7-008D-0A9A-195AD4A4D02E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D0EBCD41-5838-49C1-C0BB-E44C2AC93C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674EB7D0-D89A-7A9C-0C1D-53BE14127E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95E6B955-F774-F125-F250-AC1D8EECC3BB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41598379-6CAA-3B76-7A17-C25BF78167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55D11656-FAD9-CDC4-C3B9-2BAFACF979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A3573E52-653A-A1B4-2029-2EA5F87E0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0BF264-F6A5-31E7-63F8-63B7138F0446}"/>
              </a:ext>
            </a:extLst>
          </p:cNvPr>
          <p:cNvGrpSpPr/>
          <p:nvPr/>
        </p:nvGrpSpPr>
        <p:grpSpPr>
          <a:xfrm>
            <a:off x="8299856" y="2398358"/>
            <a:ext cx="2277089" cy="918340"/>
            <a:chOff x="8142202" y="2398358"/>
            <a:chExt cx="2277089" cy="9183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50AB76B-5496-7BCE-6365-EB1D2C1B489E}"/>
                </a:ext>
              </a:extLst>
            </p:cNvPr>
            <p:cNvGrpSpPr/>
            <p:nvPr/>
          </p:nvGrpSpPr>
          <p:grpSpPr>
            <a:xfrm>
              <a:off x="9503790" y="2398358"/>
              <a:ext cx="915501" cy="918340"/>
              <a:chOff x="3844203" y="2510661"/>
              <a:chExt cx="915501" cy="91834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8D5C0B6-D962-6A22-2AB8-227417E79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643135B-24FC-C4EE-BC26-EF067E2965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9F06F31-93F4-F666-72FB-37F8919412F6}"/>
                </a:ext>
              </a:extLst>
            </p:cNvPr>
            <p:cNvGrpSpPr/>
            <p:nvPr/>
          </p:nvGrpSpPr>
          <p:grpSpPr>
            <a:xfrm>
              <a:off x="8142202" y="2398358"/>
              <a:ext cx="914400" cy="914400"/>
              <a:chOff x="5572642" y="2539882"/>
              <a:chExt cx="914400" cy="91440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E11CFFF8-62E7-2A09-80FE-D063B0FB10EE}"/>
                  </a:ext>
                </a:extLst>
              </p:cNvPr>
              <p:cNvGrpSpPr/>
              <p:nvPr/>
            </p:nvGrpSpPr>
            <p:grpSpPr>
              <a:xfrm>
                <a:off x="5572642" y="2539882"/>
                <a:ext cx="914400" cy="914400"/>
                <a:chOff x="4982889" y="7072748"/>
                <a:chExt cx="795114" cy="795114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D2475EAB-10A5-8D9C-749D-A2533BCE072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89" y="7072748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9" name="Graphic 58">
                  <a:extLst>
                    <a:ext uri="{FF2B5EF4-FFF2-40B4-BE49-F238E27FC236}">
                      <a16:creationId xmlns:a16="http://schemas.microsoft.com/office/drawing/2014/main" id="{F15E5DEF-CF30-B31A-CEE3-93241152FB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41310" y="7508818"/>
                  <a:ext cx="323230" cy="32323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58A202-C259-44AF-D9B9-AD5CDD2C8A51}"/>
                  </a:ext>
                </a:extLst>
              </p:cNvPr>
              <p:cNvSpPr txBox="1"/>
              <p:nvPr/>
            </p:nvSpPr>
            <p:spPr>
              <a:xfrm>
                <a:off x="5653770" y="2672541"/>
                <a:ext cx="7966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PDDL</a:t>
                </a: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9D48422E-DAC2-56F3-C724-9A7298FED083}"/>
                </a:ext>
              </a:extLst>
            </p:cNvPr>
            <p:cNvCxnSpPr>
              <a:cxnSpLocks/>
              <a:stCxn id="8" idx="2"/>
              <a:endCxn id="54" idx="6"/>
            </p:cNvCxnSpPr>
            <p:nvPr/>
          </p:nvCxnSpPr>
          <p:spPr bwMode="auto">
            <a:xfrm flipH="1" flipV="1">
              <a:off x="9056602" y="2855558"/>
              <a:ext cx="447188" cy="197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F0EBE1-DC47-FD67-A83C-EC529B83B7B7}"/>
              </a:ext>
            </a:extLst>
          </p:cNvPr>
          <p:cNvGrpSpPr/>
          <p:nvPr/>
        </p:nvGrpSpPr>
        <p:grpSpPr>
          <a:xfrm>
            <a:off x="2920575" y="239835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B34B815-DEE6-CE17-C649-476E71D3431C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3260479-7C77-333B-F648-F39D2D8368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F15BB136-189A-A7BA-3E52-E24B70D6A7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E61607-BBF1-4EE0-6B2E-158673F3A79F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4264267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1A5F-A222-182E-0D4C-47E83F2FF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5B3CC7B-3147-5A6A-51B6-2E1F9512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24547C-2815-1CE1-35CD-81180A91DA1C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AC995D-9F07-A1B9-85C6-E43BA3C7A5E9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D07EE9A1-EEAE-1AF4-0A4C-C09D46C0CB9B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A7C0931-5D5D-313A-9354-53365466A1EA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AD48B75-BF3C-B583-ED3F-B2DEB38A77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D519B4B-EEB4-27A8-E12E-98B3A1A524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5F1F28-B6AA-0372-A226-B2A920AFB1B6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A8CF109-B683-47B5-9E88-160711B8E15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993F8F67-3362-C1F2-173D-486DFF489E64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2CFA7A58-3B93-A624-6E03-D1BC82EE5E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99BB67F1-1405-A434-FB3C-B124932148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197A0874-1664-964C-D566-108A297BA7E7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1D87D1E1-5B02-16CE-4E79-C9AC5E28709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3901A62D-41F9-E971-142C-2005171C8A6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3E8B52A6-B85B-D9A6-2910-C878B9812A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763C9561-E6EC-B87B-617A-524013B1F97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2B427B1F-2C70-115F-1792-772BB29E7C5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2CCC90BD-E894-119E-BBF0-54A58E20A0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B7BC46F4-E387-A143-2C92-2D96C384A3FE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F0EFA489-20A3-F4D8-4970-58848BCC58F2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6AE55F61-EA0F-5B41-7415-7FC82F0844D7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FF9EA76E-4723-BFAE-4351-D07A7C0D2D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B2AD0CFC-4DE9-2D4B-3E1E-0144A82DF4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AF2D0187-5958-F17D-EE46-48B13BA5039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131CFD15-DDDF-4AEA-AF5C-87DED65119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732C1869-AF62-AB6F-6D74-BB3B230F36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853B18FA-81EA-3867-ADE1-34679EB3DE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3306F12-AFAA-ACDF-4F19-F8B54F4E2A62}"/>
              </a:ext>
            </a:extLst>
          </p:cNvPr>
          <p:cNvGrpSpPr/>
          <p:nvPr/>
        </p:nvGrpSpPr>
        <p:grpSpPr>
          <a:xfrm>
            <a:off x="8299856" y="2398358"/>
            <a:ext cx="2277089" cy="918340"/>
            <a:chOff x="8142202" y="2398358"/>
            <a:chExt cx="2277089" cy="9183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7FE030C-E6CF-66DB-E0FE-3AD48507BED9}"/>
                </a:ext>
              </a:extLst>
            </p:cNvPr>
            <p:cNvGrpSpPr/>
            <p:nvPr/>
          </p:nvGrpSpPr>
          <p:grpSpPr>
            <a:xfrm>
              <a:off x="9503790" y="2398358"/>
              <a:ext cx="915501" cy="918340"/>
              <a:chOff x="3844203" y="2510661"/>
              <a:chExt cx="915501" cy="91834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15D6D24-92A6-3A1E-912F-6A9719C67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25767AB-3E29-1788-DE51-849FD16EC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3B175C9-4945-3634-D992-3C1C14306B15}"/>
                </a:ext>
              </a:extLst>
            </p:cNvPr>
            <p:cNvGrpSpPr/>
            <p:nvPr/>
          </p:nvGrpSpPr>
          <p:grpSpPr>
            <a:xfrm>
              <a:off x="8142202" y="2398358"/>
              <a:ext cx="914400" cy="914400"/>
              <a:chOff x="5572642" y="2539882"/>
              <a:chExt cx="914400" cy="91440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009DD2EE-7E16-0071-37AF-16325A6BE9A8}"/>
                  </a:ext>
                </a:extLst>
              </p:cNvPr>
              <p:cNvGrpSpPr/>
              <p:nvPr/>
            </p:nvGrpSpPr>
            <p:grpSpPr>
              <a:xfrm>
                <a:off x="5572642" y="2539882"/>
                <a:ext cx="914400" cy="914400"/>
                <a:chOff x="4982889" y="7072748"/>
                <a:chExt cx="795114" cy="795114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7C0B9FB-8BAF-674E-45C3-8A1411C77AD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89" y="7072748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9" name="Graphic 58">
                  <a:extLst>
                    <a:ext uri="{FF2B5EF4-FFF2-40B4-BE49-F238E27FC236}">
                      <a16:creationId xmlns:a16="http://schemas.microsoft.com/office/drawing/2014/main" id="{0F62A6AB-B253-8BB3-6588-671819F4D6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41310" y="7508818"/>
                  <a:ext cx="323230" cy="32323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D8E944-F986-BF0B-C749-08AF16554C12}"/>
                  </a:ext>
                </a:extLst>
              </p:cNvPr>
              <p:cNvSpPr txBox="1"/>
              <p:nvPr/>
            </p:nvSpPr>
            <p:spPr>
              <a:xfrm>
                <a:off x="5653770" y="2672541"/>
                <a:ext cx="7966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PDDL</a:t>
                </a: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11850C60-4358-B41D-DC0C-F234AD4D41DB}"/>
                </a:ext>
              </a:extLst>
            </p:cNvPr>
            <p:cNvCxnSpPr>
              <a:cxnSpLocks/>
              <a:stCxn id="8" idx="2"/>
              <a:endCxn id="54" idx="6"/>
            </p:cNvCxnSpPr>
            <p:nvPr/>
          </p:nvCxnSpPr>
          <p:spPr bwMode="auto">
            <a:xfrm flipH="1" flipV="1">
              <a:off x="9056602" y="2855558"/>
              <a:ext cx="447188" cy="197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291431-78A2-FD8A-C06E-88C376C283E4}"/>
              </a:ext>
            </a:extLst>
          </p:cNvPr>
          <p:cNvGrpSpPr/>
          <p:nvPr/>
        </p:nvGrpSpPr>
        <p:grpSpPr>
          <a:xfrm>
            <a:off x="2920575" y="239835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A20842D-4E4D-992E-BE7D-A074A0570C71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FFD9335-CF48-C898-1EA9-3CFA21783F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EA441924-75CB-B772-7C0D-4BA25724D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C0AE2D-8A1B-678C-8597-8C6D851045BB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10B4FB-F45D-42B0-4CBB-E3C41B011993}"/>
              </a:ext>
            </a:extLst>
          </p:cNvPr>
          <p:cNvGrpSpPr/>
          <p:nvPr/>
        </p:nvGrpSpPr>
        <p:grpSpPr>
          <a:xfrm>
            <a:off x="3961911" y="2474430"/>
            <a:ext cx="4204092" cy="707886"/>
            <a:chOff x="3961911" y="2474430"/>
            <a:chExt cx="4204092" cy="707886"/>
          </a:xfrm>
        </p:grpSpPr>
        <p:sp>
          <p:nvSpPr>
            <p:cNvPr id="41" name="Left Arrow 40">
              <a:extLst>
                <a:ext uri="{FF2B5EF4-FFF2-40B4-BE49-F238E27FC236}">
                  <a16:creationId xmlns:a16="http://schemas.microsoft.com/office/drawing/2014/main" id="{48464D5B-3A0F-CDDC-ACC5-560CE8413BCF}"/>
                </a:ext>
              </a:extLst>
            </p:cNvPr>
            <p:cNvSpPr/>
            <p:nvPr/>
          </p:nvSpPr>
          <p:spPr>
            <a:xfrm>
              <a:off x="3961911" y="2618054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4933E0A-E09A-5354-001D-56C51CEE497A}"/>
                </a:ext>
              </a:extLst>
            </p:cNvPr>
            <p:cNvSpPr txBox="1"/>
            <p:nvPr/>
          </p:nvSpPr>
          <p:spPr>
            <a:xfrm>
              <a:off x="4839669" y="2474430"/>
              <a:ext cx="2646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How to measure semantic equivalence?</a:t>
              </a:r>
            </a:p>
          </p:txBody>
        </p:sp>
        <p:sp>
          <p:nvSpPr>
            <p:cNvPr id="43" name="Left Arrow 42">
              <a:extLst>
                <a:ext uri="{FF2B5EF4-FFF2-40B4-BE49-F238E27FC236}">
                  <a16:creationId xmlns:a16="http://schemas.microsoft.com/office/drawing/2014/main" id="{E9D638FA-C5CB-FA74-5805-B416FEF916C8}"/>
                </a:ext>
              </a:extLst>
            </p:cNvPr>
            <p:cNvSpPr/>
            <p:nvPr/>
          </p:nvSpPr>
          <p:spPr>
            <a:xfrm rot="10800000">
              <a:off x="7575773" y="2613239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781556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9D5D-C163-2F95-277F-D5AA0AEE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9641D2B1-94E6-1679-AA9C-F75D4D79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822F0-A049-C5D5-B0EE-1F6C96F39060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F2E78B-7CAA-17A2-8D3E-42BCC82CE2C5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40217C3-9F5A-70C6-CE52-CE2FB90A38AE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F879696-BCD1-6DD5-345A-64E2AC4BA515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16F9164-C315-63FA-CF93-500FE8A772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EADBD34-962C-CDC1-95A5-A75CE2CFBC9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63CFE89-9D60-9089-68D7-7D638A204131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2CBA6E-862A-5BA1-9FF7-D47B6996339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F250228A-F1F4-4FA5-2405-F214124F1C5C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E00EC774-46AF-D6F3-A763-362F7779C1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30CEB6E0-CEB9-379C-8304-0BCD2261E9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F313DC4-AE3A-6596-32F2-6594E4F11F67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0686BE5-AE85-9EDE-2804-CDB97D32699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56A91356-47A7-DD8A-314F-6FCD0A11DA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E67A50E6-C1F5-050E-F4A8-90B6E9B499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C221839E-25D0-E0C2-737B-8E0F170CBB6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DA41CEFF-3509-51E7-F8D7-9CF013AA25A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68141549-0124-4EF5-6DF1-DE0BB89D39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97D2F26D-5988-9497-5E8B-889CFC9FDEE5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D61660B1-C75F-F6CA-105F-2D23FDE70C2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533236EE-596D-BEAD-D83E-6F1FBCF59405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BC8B46D4-E36B-1DBB-1028-8F9E203374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25BA875-ADA7-B7EA-93B3-9BE0D4EE4E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18170A92-3DEF-B9A8-F73A-A094DA6A246B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BAA45BED-DC45-536D-5F10-B22A209509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2484BBA9-69D7-EA19-68E4-27AE7CF11A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AED401F2-0072-E0CE-9A3E-07EB8769D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7A8A398-BB0E-0FA4-344F-9276875674A6}"/>
              </a:ext>
            </a:extLst>
          </p:cNvPr>
          <p:cNvGrpSpPr/>
          <p:nvPr/>
        </p:nvGrpSpPr>
        <p:grpSpPr>
          <a:xfrm>
            <a:off x="8299856" y="2398358"/>
            <a:ext cx="2277089" cy="918340"/>
            <a:chOff x="8142202" y="2398358"/>
            <a:chExt cx="2277089" cy="9183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C301EF-7362-EB45-02D8-01CFDBCBBD6D}"/>
                </a:ext>
              </a:extLst>
            </p:cNvPr>
            <p:cNvGrpSpPr/>
            <p:nvPr/>
          </p:nvGrpSpPr>
          <p:grpSpPr>
            <a:xfrm>
              <a:off x="9503790" y="2398358"/>
              <a:ext cx="915501" cy="918340"/>
              <a:chOff x="3844203" y="2510661"/>
              <a:chExt cx="915501" cy="91834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33C1586-054D-758C-E13D-0AE9818D23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59B8C42-5915-603E-2EF5-AB871A7AB4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C303B99-DCF4-BED0-7DF3-FB3803726A10}"/>
                </a:ext>
              </a:extLst>
            </p:cNvPr>
            <p:cNvGrpSpPr/>
            <p:nvPr/>
          </p:nvGrpSpPr>
          <p:grpSpPr>
            <a:xfrm>
              <a:off x="8142202" y="2398358"/>
              <a:ext cx="914400" cy="914400"/>
              <a:chOff x="5572642" y="2539882"/>
              <a:chExt cx="914400" cy="91440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891EA2DB-1461-D8E9-A51F-D7FE6A3C1B12}"/>
                  </a:ext>
                </a:extLst>
              </p:cNvPr>
              <p:cNvGrpSpPr/>
              <p:nvPr/>
            </p:nvGrpSpPr>
            <p:grpSpPr>
              <a:xfrm>
                <a:off x="5572642" y="2539882"/>
                <a:ext cx="914400" cy="914400"/>
                <a:chOff x="4982889" y="7072748"/>
                <a:chExt cx="795114" cy="795114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85E5BD61-2E1E-4260-BFDD-888072B0DF6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89" y="7072748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9" name="Graphic 58">
                  <a:extLst>
                    <a:ext uri="{FF2B5EF4-FFF2-40B4-BE49-F238E27FC236}">
                      <a16:creationId xmlns:a16="http://schemas.microsoft.com/office/drawing/2014/main" id="{59306BD1-7C0F-E7DF-7F18-1AB60950D9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41310" y="7508818"/>
                  <a:ext cx="323230" cy="32323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071CB1B-BBA2-D1C2-B3F9-435E5F38B7DA}"/>
                  </a:ext>
                </a:extLst>
              </p:cNvPr>
              <p:cNvSpPr txBox="1"/>
              <p:nvPr/>
            </p:nvSpPr>
            <p:spPr>
              <a:xfrm>
                <a:off x="5653770" y="2672541"/>
                <a:ext cx="7966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PDDL</a:t>
                </a: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1B000E88-9E1F-40AA-9FCF-269752647C9F}"/>
                </a:ext>
              </a:extLst>
            </p:cNvPr>
            <p:cNvCxnSpPr>
              <a:cxnSpLocks/>
              <a:stCxn id="8" idx="2"/>
              <a:endCxn id="54" idx="6"/>
            </p:cNvCxnSpPr>
            <p:nvPr/>
          </p:nvCxnSpPr>
          <p:spPr bwMode="auto">
            <a:xfrm flipH="1" flipV="1">
              <a:off x="9056602" y="2855558"/>
              <a:ext cx="447188" cy="197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FA82FD-C353-144D-7BEB-BBFF4FB0FAAE}"/>
              </a:ext>
            </a:extLst>
          </p:cNvPr>
          <p:cNvGrpSpPr/>
          <p:nvPr/>
        </p:nvGrpSpPr>
        <p:grpSpPr>
          <a:xfrm>
            <a:off x="2920575" y="239835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1BE699B-2188-3E33-8C55-3433E3237A91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B92B1C3-43C8-F5DF-144B-D88D25ED02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91517220-63CD-44CF-C7DE-1BB82C60C6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1336C0-CFA9-F322-0689-8D5FCDACC3DF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7D64BC2-8787-E47F-9528-9687843C5A4A}"/>
              </a:ext>
            </a:extLst>
          </p:cNvPr>
          <p:cNvGrpSpPr/>
          <p:nvPr/>
        </p:nvGrpSpPr>
        <p:grpSpPr>
          <a:xfrm>
            <a:off x="4467342" y="4311083"/>
            <a:ext cx="3273382" cy="1966979"/>
            <a:chOff x="1198636" y="4311083"/>
            <a:chExt cx="3273382" cy="196697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D6F3D2-E536-3764-8695-ABC9199E545E}"/>
                </a:ext>
              </a:extLst>
            </p:cNvPr>
            <p:cNvSpPr txBox="1"/>
            <p:nvPr/>
          </p:nvSpPr>
          <p:spPr>
            <a:xfrm>
              <a:off x="2393638" y="5877952"/>
              <a:ext cx="8241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ARE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0A6CE04-736C-54F9-3E00-C362DD398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98636" y="4311083"/>
              <a:ext cx="3273382" cy="1045933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1AACC31-2C60-F934-FC77-3C6153A6CF43}"/>
              </a:ext>
            </a:extLst>
          </p:cNvPr>
          <p:cNvGrpSpPr/>
          <p:nvPr/>
        </p:nvGrpSpPr>
        <p:grpSpPr>
          <a:xfrm>
            <a:off x="3961911" y="2474430"/>
            <a:ext cx="4204092" cy="707886"/>
            <a:chOff x="3961911" y="2474430"/>
            <a:chExt cx="4204092" cy="707886"/>
          </a:xfrm>
        </p:grpSpPr>
        <p:sp>
          <p:nvSpPr>
            <p:cNvPr id="41" name="Left Arrow 40">
              <a:extLst>
                <a:ext uri="{FF2B5EF4-FFF2-40B4-BE49-F238E27FC236}">
                  <a16:creationId xmlns:a16="http://schemas.microsoft.com/office/drawing/2014/main" id="{82CCC922-3FBF-D921-B29E-F95B5D09BB4A}"/>
                </a:ext>
              </a:extLst>
            </p:cNvPr>
            <p:cNvSpPr/>
            <p:nvPr/>
          </p:nvSpPr>
          <p:spPr>
            <a:xfrm>
              <a:off x="3961911" y="2618054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D10E924-5657-2248-D343-7BC268A25902}"/>
                </a:ext>
              </a:extLst>
            </p:cNvPr>
            <p:cNvSpPr txBox="1"/>
            <p:nvPr/>
          </p:nvSpPr>
          <p:spPr>
            <a:xfrm>
              <a:off x="4839669" y="2474430"/>
              <a:ext cx="2646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How to measure semantic equivalence?</a:t>
              </a:r>
            </a:p>
          </p:txBody>
        </p:sp>
        <p:sp>
          <p:nvSpPr>
            <p:cNvPr id="43" name="Left Arrow 42">
              <a:extLst>
                <a:ext uri="{FF2B5EF4-FFF2-40B4-BE49-F238E27FC236}">
                  <a16:creationId xmlns:a16="http://schemas.microsoft.com/office/drawing/2014/main" id="{A871E32F-94D8-CF88-AFDA-156314652606}"/>
                </a:ext>
              </a:extLst>
            </p:cNvPr>
            <p:cNvSpPr/>
            <p:nvPr/>
          </p:nvSpPr>
          <p:spPr>
            <a:xfrm rot="10800000">
              <a:off x="7575773" y="2613239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5254198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C3D8-8258-262A-1227-A53366D0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22F224FC-925D-2062-31DB-86EC0D072ECF}"/>
              </a:ext>
            </a:extLst>
          </p:cNvPr>
          <p:cNvSpPr txBox="1"/>
          <p:nvPr/>
        </p:nvSpPr>
        <p:spPr>
          <a:xfrm>
            <a:off x="5679104" y="5877952"/>
            <a:ext cx="8241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HDE</a:t>
            </a:r>
            <a:r>
              <a:rPr lang="en-US" dirty="0"/>
              <a:t> </a:t>
            </a: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2F5CD99D-E0EB-5A4A-7156-489D7A95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9CC7E3-2C25-0092-98A3-7815C244ACF9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E23667-A788-A1A3-6B82-8EF1E83C6F74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E015F4D-C0F9-10FC-5846-182808E4492E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8BE1584-47AE-B02F-71BB-6B7445D00F91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A68E1B0-EC1E-A338-1FF6-FCD90449F44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CFC1EA5-EBB8-0941-A2F2-C7F0653409B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B8036A0-E28E-1D18-657A-84683F4C9613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178F4F4-B4E3-2AE1-C373-5F3FA80D042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DA0165B2-77C9-3F27-5123-12724F702A06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A5F6C068-1AAC-1CA3-C5FF-F8E7E132A5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53DFF127-76F1-DFD9-7899-81D09C5B4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C2F87F69-844B-5620-7F02-898E5727954D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C1B3DBB-EB49-15B8-31FF-81BF0C8C92D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6AF114E5-A531-D945-A6A5-9E288BAA78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253F0149-4EA9-00E4-6B63-3510FA7B43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547DA043-7C6A-57E7-57EC-B26A42C460D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96335E4-6DB9-5B7D-3527-AF0E96D925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87BA6389-8DAA-8E17-01D3-A13853F97B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E72921E6-15C5-D159-D782-D011B379FAB7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25D98180-FC46-9D7A-4FF9-A9888CA12D05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28BCD6A-9711-9137-FEF3-26BED459E942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48A55DD9-09D8-68DA-7E6C-96268C727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B082A3FB-10AE-3C05-09CC-8B1898D4A7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0EACFD7-539A-D1C4-9080-950A0D0C7723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86EF5C76-5FBA-B350-CFDE-FCB70352F3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6885BB9C-9BB5-CE51-0B55-80914EDC78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C9A0AA33-FC41-687B-ACA9-6D34BA8F1B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EA0A14-FB60-F3FA-B9F5-DB30BF895A81}"/>
              </a:ext>
            </a:extLst>
          </p:cNvPr>
          <p:cNvGrpSpPr/>
          <p:nvPr/>
        </p:nvGrpSpPr>
        <p:grpSpPr>
          <a:xfrm>
            <a:off x="8299856" y="2398358"/>
            <a:ext cx="2277089" cy="918340"/>
            <a:chOff x="8142202" y="2398358"/>
            <a:chExt cx="2277089" cy="9183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F2A7F27-D85A-9ECE-886C-2786C87E8F42}"/>
                </a:ext>
              </a:extLst>
            </p:cNvPr>
            <p:cNvGrpSpPr/>
            <p:nvPr/>
          </p:nvGrpSpPr>
          <p:grpSpPr>
            <a:xfrm>
              <a:off x="9503790" y="2398358"/>
              <a:ext cx="915501" cy="918340"/>
              <a:chOff x="3844203" y="2510661"/>
              <a:chExt cx="915501" cy="91834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CC900DE-D876-6AE4-5B0A-CB1521E0B6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79AB64D-42CF-8199-EAEF-2665DA25E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A4D9A0B-3613-23A0-6E92-ED0ED0EC9333}"/>
                </a:ext>
              </a:extLst>
            </p:cNvPr>
            <p:cNvGrpSpPr/>
            <p:nvPr/>
          </p:nvGrpSpPr>
          <p:grpSpPr>
            <a:xfrm>
              <a:off x="8142202" y="2398358"/>
              <a:ext cx="914400" cy="914400"/>
              <a:chOff x="5572642" y="2539882"/>
              <a:chExt cx="914400" cy="91440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3FF5DAD-BA4A-F974-37C3-337D58F5072A}"/>
                  </a:ext>
                </a:extLst>
              </p:cNvPr>
              <p:cNvGrpSpPr/>
              <p:nvPr/>
            </p:nvGrpSpPr>
            <p:grpSpPr>
              <a:xfrm>
                <a:off x="5572642" y="2539882"/>
                <a:ext cx="914400" cy="914400"/>
                <a:chOff x="4982889" y="7072748"/>
                <a:chExt cx="795114" cy="795114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E16464F-B6C6-E9BB-54AE-42AFA3332DA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89" y="7072748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9" name="Graphic 58">
                  <a:extLst>
                    <a:ext uri="{FF2B5EF4-FFF2-40B4-BE49-F238E27FC236}">
                      <a16:creationId xmlns:a16="http://schemas.microsoft.com/office/drawing/2014/main" id="{8E7274B3-A8E1-EE47-A990-1C3C943C34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41310" y="7508818"/>
                  <a:ext cx="323230" cy="32323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752FB1-3FB9-33E8-5A49-2D973D98C1BB}"/>
                  </a:ext>
                </a:extLst>
              </p:cNvPr>
              <p:cNvSpPr txBox="1"/>
              <p:nvPr/>
            </p:nvSpPr>
            <p:spPr>
              <a:xfrm>
                <a:off x="5653770" y="2672541"/>
                <a:ext cx="7966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PDDL</a:t>
                </a: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F6F56828-F919-D3FD-D4FC-E2059D3C0C7C}"/>
                </a:ext>
              </a:extLst>
            </p:cNvPr>
            <p:cNvCxnSpPr>
              <a:cxnSpLocks/>
              <a:stCxn id="8" idx="2"/>
              <a:endCxn id="54" idx="6"/>
            </p:cNvCxnSpPr>
            <p:nvPr/>
          </p:nvCxnSpPr>
          <p:spPr bwMode="auto">
            <a:xfrm flipH="1" flipV="1">
              <a:off x="9056602" y="2855558"/>
              <a:ext cx="447188" cy="197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ADE1EE-48C8-7FDA-A3A3-41DFC0943317}"/>
              </a:ext>
            </a:extLst>
          </p:cNvPr>
          <p:cNvGrpSpPr/>
          <p:nvPr/>
        </p:nvGrpSpPr>
        <p:grpSpPr>
          <a:xfrm>
            <a:off x="2920575" y="239835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F170070-1047-A0FB-1B86-6092AE704B79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915888-A07A-CBC5-A5A5-7C086CDB88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06B7065C-8BD6-E063-3AC3-5177BF15C7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FCE29D-2DF0-B869-7692-965124B411A9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7CD6ED74-ABAF-555C-7779-2059FD708AFC}"/>
              </a:ext>
            </a:extLst>
          </p:cNvPr>
          <p:cNvSpPr/>
          <p:nvPr/>
        </p:nvSpPr>
        <p:spPr>
          <a:xfrm>
            <a:off x="4684140" y="4235670"/>
            <a:ext cx="1989929" cy="1355832"/>
          </a:xfrm>
          <a:prstGeom prst="ellipse">
            <a:avLst/>
          </a:prstGeom>
          <a:solidFill>
            <a:srgbClr val="FFF5E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D3FF2E8-90A4-B806-2FAF-66E96D279555}"/>
              </a:ext>
            </a:extLst>
          </p:cNvPr>
          <p:cNvSpPr/>
          <p:nvPr/>
        </p:nvSpPr>
        <p:spPr>
          <a:xfrm>
            <a:off x="5201182" y="4238494"/>
            <a:ext cx="2121449" cy="1345117"/>
          </a:xfrm>
          <a:prstGeom prst="ellipse">
            <a:avLst/>
          </a:prstGeom>
          <a:solidFill>
            <a:srgbClr val="DEFBE6">
              <a:alpha val="40997"/>
            </a:srgbClr>
          </a:solidFill>
          <a:ln w="19050">
            <a:solidFill>
              <a:srgbClr val="00206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D6CC60-CBED-86EB-5278-FD7BE67FC67D}"/>
              </a:ext>
            </a:extLst>
          </p:cNvPr>
          <p:cNvSpPr txBox="1"/>
          <p:nvPr/>
        </p:nvSpPr>
        <p:spPr>
          <a:xfrm>
            <a:off x="4791273" y="5068770"/>
            <a:ext cx="708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plans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0B5459-8EDD-5E74-B97A-4C7D297AAE3C}"/>
              </a:ext>
            </a:extLst>
          </p:cNvPr>
          <p:cNvSpPr txBox="1"/>
          <p:nvPr/>
        </p:nvSpPr>
        <p:spPr>
          <a:xfrm>
            <a:off x="6683494" y="4557050"/>
            <a:ext cx="708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plans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CAC28A3-A8E3-432D-A8BE-869054ED279B}"/>
              </a:ext>
            </a:extLst>
          </p:cNvPr>
          <p:cNvGrpSpPr/>
          <p:nvPr/>
        </p:nvGrpSpPr>
        <p:grpSpPr>
          <a:xfrm>
            <a:off x="3961911" y="2474430"/>
            <a:ext cx="4204092" cy="707886"/>
            <a:chOff x="3961911" y="2474430"/>
            <a:chExt cx="4204092" cy="707886"/>
          </a:xfrm>
        </p:grpSpPr>
        <p:sp>
          <p:nvSpPr>
            <p:cNvPr id="41" name="Left Arrow 40">
              <a:extLst>
                <a:ext uri="{FF2B5EF4-FFF2-40B4-BE49-F238E27FC236}">
                  <a16:creationId xmlns:a16="http://schemas.microsoft.com/office/drawing/2014/main" id="{B22A850D-5617-E079-02CE-1DA0350C0A05}"/>
                </a:ext>
              </a:extLst>
            </p:cNvPr>
            <p:cNvSpPr/>
            <p:nvPr/>
          </p:nvSpPr>
          <p:spPr>
            <a:xfrm>
              <a:off x="3961911" y="2618054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DF6D504-8B4F-DB46-E0D8-2D461BB2539E}"/>
                </a:ext>
              </a:extLst>
            </p:cNvPr>
            <p:cNvSpPr txBox="1"/>
            <p:nvPr/>
          </p:nvSpPr>
          <p:spPr>
            <a:xfrm>
              <a:off x="4839669" y="2474430"/>
              <a:ext cx="2646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How to measure semantic equivalence?</a:t>
              </a:r>
            </a:p>
          </p:txBody>
        </p:sp>
        <p:sp>
          <p:nvSpPr>
            <p:cNvPr id="43" name="Left Arrow 42">
              <a:extLst>
                <a:ext uri="{FF2B5EF4-FFF2-40B4-BE49-F238E27FC236}">
                  <a16:creationId xmlns:a16="http://schemas.microsoft.com/office/drawing/2014/main" id="{EF35E5B7-7D21-16C1-134E-06DA56BDDA69}"/>
                </a:ext>
              </a:extLst>
            </p:cNvPr>
            <p:cNvSpPr/>
            <p:nvPr/>
          </p:nvSpPr>
          <p:spPr>
            <a:xfrm rot="10800000">
              <a:off x="7575773" y="2613239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331064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51D6-DA0F-4B18-2FEE-4569C47A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912E355-7DE2-A2EA-6D8A-ACD89B736D97}"/>
              </a:ext>
            </a:extLst>
          </p:cNvPr>
          <p:cNvSpPr txBox="1"/>
          <p:nvPr/>
        </p:nvSpPr>
        <p:spPr>
          <a:xfrm>
            <a:off x="5679104" y="5877952"/>
            <a:ext cx="8241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HDE</a:t>
            </a:r>
            <a:r>
              <a:rPr lang="en-US" dirty="0"/>
              <a:t> </a:t>
            </a: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D3DAE0C2-6727-779E-53D3-8B574F655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19174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Measuring Semantic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C42746-27CA-90DF-C9E3-14B51CF600EC}"/>
              </a:ext>
            </a:extLst>
          </p:cNvPr>
          <p:cNvSpPr txBox="1"/>
          <p:nvPr/>
        </p:nvSpPr>
        <p:spPr>
          <a:xfrm>
            <a:off x="9693805" y="728438"/>
            <a:ext cx="228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ICAPS 2024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DE6AEC-ADF3-676A-ACA8-E1E7ACE9C377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1AC0C1A-A852-E41F-712C-86461B6BAE7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7A2AFF4-F9D1-25AB-3FE2-79D249D7E09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A4EFCBF-4508-820B-11F8-A9BF971CE3A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0FDA7EC-697F-2374-110B-A381BA97E6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A6B8D2-9D1F-2EE9-C748-36C2000AEE9C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452042D-DA55-F4FA-1990-6F5E19E3E60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F7EEF3A3-59D7-2112-2B1F-7E86089AFFFE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186D853F-902A-26CA-0FB1-47CD780BA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1391B82A-9C87-DEF0-CF8A-216D02A0C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F327207B-EF09-58EF-0052-89D6FA80A3DA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5E0B72D5-73A4-A125-FB52-42BD92D66B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FA82408A-A680-13BC-A7EA-8199D23D82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8F107CD8-5CC7-4302-52CD-2520FA6795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F051528-1AAC-58BA-D8D7-49DDC4DF210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B9374FBC-B6BA-4E33-9E1F-02FE969507B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7A7368CB-34D7-6C40-6E61-AB7E6178B4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EB71251A-A5EE-813B-F191-72105D9A6F59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A851E235-C148-CED0-F696-2ACE1B2EECF9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DA013B75-C226-191C-AF77-0093337A6C1F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8124A3FA-51EC-5AF2-2974-564BDBFE60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FD4D64E8-9BB2-D68A-B35F-6D27689D4B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BD85B6A-FD25-B59B-76E2-135B9B6166C7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09C65CEA-801C-4A77-9598-72078C1C92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DA7EC872-9AB4-44D8-B320-C24D0F08D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92F16214-D65F-A411-721A-5A7465D8C2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DB604AE-FA8C-4305-507E-F9E31D0CAE45}"/>
              </a:ext>
            </a:extLst>
          </p:cNvPr>
          <p:cNvGrpSpPr/>
          <p:nvPr/>
        </p:nvGrpSpPr>
        <p:grpSpPr>
          <a:xfrm>
            <a:off x="8299856" y="2398358"/>
            <a:ext cx="2277089" cy="918340"/>
            <a:chOff x="8142202" y="2398358"/>
            <a:chExt cx="2277089" cy="9183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F2D9657-AF81-A481-AC6C-03CA59CDD080}"/>
                </a:ext>
              </a:extLst>
            </p:cNvPr>
            <p:cNvGrpSpPr/>
            <p:nvPr/>
          </p:nvGrpSpPr>
          <p:grpSpPr>
            <a:xfrm>
              <a:off x="9503790" y="2398358"/>
              <a:ext cx="915501" cy="918340"/>
              <a:chOff x="3844203" y="2510661"/>
              <a:chExt cx="915501" cy="91834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FE8AD2E-DDD7-E616-8A52-EE5D5DBA7E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69643F3-A2F2-B302-0B84-1452099025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F69B3B0-AF17-FD1A-BEFE-4FD0EF757D7A}"/>
                </a:ext>
              </a:extLst>
            </p:cNvPr>
            <p:cNvGrpSpPr/>
            <p:nvPr/>
          </p:nvGrpSpPr>
          <p:grpSpPr>
            <a:xfrm>
              <a:off x="8142202" y="2398358"/>
              <a:ext cx="914400" cy="914400"/>
              <a:chOff x="5572642" y="2539882"/>
              <a:chExt cx="914400" cy="914400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C0CB953F-3C34-6789-C9C2-4FEBC47AEBAC}"/>
                  </a:ext>
                </a:extLst>
              </p:cNvPr>
              <p:cNvGrpSpPr/>
              <p:nvPr/>
            </p:nvGrpSpPr>
            <p:grpSpPr>
              <a:xfrm>
                <a:off x="5572642" y="2539882"/>
                <a:ext cx="914400" cy="914400"/>
                <a:chOff x="4982889" y="7072748"/>
                <a:chExt cx="795114" cy="795114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D8204BE7-D3C6-90DB-9BA9-1570F66E223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89" y="7072748"/>
                  <a:ext cx="795114" cy="795114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59" name="Graphic 58">
                  <a:extLst>
                    <a:ext uri="{FF2B5EF4-FFF2-40B4-BE49-F238E27FC236}">
                      <a16:creationId xmlns:a16="http://schemas.microsoft.com/office/drawing/2014/main" id="{61FB7C10-094B-5DD8-CC3A-8EB36C98F0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41310" y="7508818"/>
                  <a:ext cx="323230" cy="32323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6282A-23A0-86F1-92E7-C4F86E20D7B9}"/>
                  </a:ext>
                </a:extLst>
              </p:cNvPr>
              <p:cNvSpPr txBox="1"/>
              <p:nvPr/>
            </p:nvSpPr>
            <p:spPr>
              <a:xfrm>
                <a:off x="5653770" y="2672541"/>
                <a:ext cx="7966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PDDL</a:t>
                </a:r>
              </a:p>
            </p:txBody>
          </p:sp>
        </p:grp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08FF72FB-4BCA-8B3B-FEE7-91EA79752705}"/>
                </a:ext>
              </a:extLst>
            </p:cNvPr>
            <p:cNvCxnSpPr>
              <a:cxnSpLocks/>
              <a:stCxn id="8" idx="2"/>
              <a:endCxn id="54" idx="6"/>
            </p:cNvCxnSpPr>
            <p:nvPr/>
          </p:nvCxnSpPr>
          <p:spPr bwMode="auto">
            <a:xfrm flipH="1" flipV="1">
              <a:off x="9056602" y="2855558"/>
              <a:ext cx="447188" cy="197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D79B0C-824B-B2B4-DE66-EADA96C60366}"/>
              </a:ext>
            </a:extLst>
          </p:cNvPr>
          <p:cNvGrpSpPr/>
          <p:nvPr/>
        </p:nvGrpSpPr>
        <p:grpSpPr>
          <a:xfrm>
            <a:off x="2920575" y="239835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1F533E3-20CF-D4F1-BC72-C57D1475934E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9B81F5C-7A3A-BCAF-AC86-207504C68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5B1436E0-D79E-C947-6D35-E92C693130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D33B5E1-6D38-09D1-989E-F2A6227B481A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A11CBCE3-85FF-6A60-104B-245AAD670A46}"/>
              </a:ext>
            </a:extLst>
          </p:cNvPr>
          <p:cNvSpPr/>
          <p:nvPr/>
        </p:nvSpPr>
        <p:spPr>
          <a:xfrm>
            <a:off x="4684140" y="4235670"/>
            <a:ext cx="1989929" cy="1355832"/>
          </a:xfrm>
          <a:prstGeom prst="ellipse">
            <a:avLst/>
          </a:prstGeom>
          <a:solidFill>
            <a:srgbClr val="FFF5E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A1E3DB-5BB4-0E0B-6523-29CE4915F9A7}"/>
              </a:ext>
            </a:extLst>
          </p:cNvPr>
          <p:cNvSpPr/>
          <p:nvPr/>
        </p:nvSpPr>
        <p:spPr>
          <a:xfrm>
            <a:off x="5201182" y="4238494"/>
            <a:ext cx="2121449" cy="1345117"/>
          </a:xfrm>
          <a:prstGeom prst="ellipse">
            <a:avLst/>
          </a:prstGeom>
          <a:solidFill>
            <a:srgbClr val="DEFBE6">
              <a:alpha val="40997"/>
            </a:srgbClr>
          </a:solidFill>
          <a:ln w="19050">
            <a:solidFill>
              <a:srgbClr val="00206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defTabSz="457109" fontAlgn="base">
              <a:spcBef>
                <a:spcPct val="0"/>
              </a:spcBef>
              <a:spcAft>
                <a:spcPct val="0"/>
              </a:spcAft>
            </a:pPr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1F405D-D587-BDAD-5662-88250BF08BFE}"/>
              </a:ext>
            </a:extLst>
          </p:cNvPr>
          <p:cNvSpPr txBox="1"/>
          <p:nvPr/>
        </p:nvSpPr>
        <p:spPr>
          <a:xfrm>
            <a:off x="4791273" y="5068770"/>
            <a:ext cx="708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plans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EA0804-143F-C68F-DF11-9CAA73108B78}"/>
              </a:ext>
            </a:extLst>
          </p:cNvPr>
          <p:cNvSpPr txBox="1"/>
          <p:nvPr/>
        </p:nvSpPr>
        <p:spPr>
          <a:xfrm>
            <a:off x="6683494" y="4557050"/>
            <a:ext cx="708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plans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B32207A-A83A-7C0E-E1A9-7B3EAAA2ACA8}"/>
              </a:ext>
            </a:extLst>
          </p:cNvPr>
          <p:cNvGrpSpPr/>
          <p:nvPr/>
        </p:nvGrpSpPr>
        <p:grpSpPr>
          <a:xfrm>
            <a:off x="3961911" y="2474430"/>
            <a:ext cx="4204092" cy="707886"/>
            <a:chOff x="3961911" y="2474430"/>
            <a:chExt cx="4204092" cy="707886"/>
          </a:xfrm>
        </p:grpSpPr>
        <p:sp>
          <p:nvSpPr>
            <p:cNvPr id="41" name="Left Arrow 40">
              <a:extLst>
                <a:ext uri="{FF2B5EF4-FFF2-40B4-BE49-F238E27FC236}">
                  <a16:creationId xmlns:a16="http://schemas.microsoft.com/office/drawing/2014/main" id="{B16E9F8D-D6F4-8799-87ED-48CBA6FD144D}"/>
                </a:ext>
              </a:extLst>
            </p:cNvPr>
            <p:cNvSpPr/>
            <p:nvPr/>
          </p:nvSpPr>
          <p:spPr>
            <a:xfrm>
              <a:off x="3961911" y="2618054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419F60-4EEE-39EA-A649-45FA7434A8B6}"/>
                </a:ext>
              </a:extLst>
            </p:cNvPr>
            <p:cNvSpPr txBox="1"/>
            <p:nvPr/>
          </p:nvSpPr>
          <p:spPr>
            <a:xfrm>
              <a:off x="4839669" y="2474430"/>
              <a:ext cx="264694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How to measure semantic equivalence?</a:t>
              </a:r>
            </a:p>
          </p:txBody>
        </p:sp>
        <p:sp>
          <p:nvSpPr>
            <p:cNvPr id="43" name="Left Arrow 42">
              <a:extLst>
                <a:ext uri="{FF2B5EF4-FFF2-40B4-BE49-F238E27FC236}">
                  <a16:creationId xmlns:a16="http://schemas.microsoft.com/office/drawing/2014/main" id="{A8F927BE-6486-890F-FCB5-24A1681DCC4D}"/>
                </a:ext>
              </a:extLst>
            </p:cNvPr>
            <p:cNvSpPr/>
            <p:nvPr/>
          </p:nvSpPr>
          <p:spPr>
            <a:xfrm rot="10800000">
              <a:off x="7575773" y="2613239"/>
              <a:ext cx="590230" cy="429946"/>
            </a:xfrm>
            <a:prstGeom prst="leftArrow">
              <a:avLst>
                <a:gd name="adj1" fmla="val 44947"/>
                <a:gd name="adj2" fmla="val 75264"/>
              </a:avLst>
            </a:prstGeom>
            <a:ln w="19050" cap="sq" cmpd="thickThin"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BDA16DDB-20C7-6E4D-EECE-A676CE27D21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483" t="20400" r="3300" b="16430"/>
          <a:stretch>
            <a:fillRect/>
          </a:stretch>
        </p:blipFill>
        <p:spPr>
          <a:xfrm>
            <a:off x="4495612" y="3728066"/>
            <a:ext cx="2956605" cy="4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21014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CF19-A60E-A8C2-CEBF-2DEC09FE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3CF6BD8-125A-51D4-1736-D8C31C97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1E5BE-A5D5-5799-2BB1-E990D6D1CE85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AC20E3-E214-6CFB-A546-6759C83BFDB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0F44BD51-8660-5ACD-2B3F-8AD783F4592A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032E14A-3299-120C-A6B7-E16A5C95D2FB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B42559-3D9A-C6F1-3711-00B1AFF5D0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FD87559-F153-DCE6-34B1-392AA8C62A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D4CBAA5-60A3-8FC1-E9E8-1B667FA306A5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BE700C0-862B-2784-AFA7-C74BB298BAA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8C2F8976-B3FA-2280-95FC-E219C1C442A0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1B11E97A-ECF3-43E5-A0B0-AC7F29EE2D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A99EA3D6-1EA4-57D2-70B6-8BD7A5A5A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450512F-47C3-BFA1-F857-0C2EF6F203F4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74D86839-AB16-7B44-4FFB-1F19492CA64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54253A3B-0D07-575B-F6FF-EC3CEA3C146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F364B4F8-A4C3-998D-7A1E-3A3B6FEEC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2589717-66A5-63DC-9E90-2B95BF8ADD7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D554D691-24C0-0BA9-8E72-A42EC636B6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2FD1755D-41EB-0DC5-D743-0A7C9EB866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3DECA7F-E14D-9958-F929-41F4C3B490D0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4DD9098C-303F-2FD4-88DD-944FE23F5F4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234F0107-8EF8-7838-787B-F60DE67B3538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91512953-1A9B-9387-665B-CAE29F41E2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F59EAF95-2669-AB5F-3B46-B57D07F45D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7DD60720-DBF4-F8AD-9B63-7434E98869BA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E57DA7D5-90E5-39DD-1B3D-972F20EBC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F4867C56-5DB3-B6F0-CAC1-6DDB1E6B1F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65965B75-DD97-A7CC-F07F-912534936E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20877865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A5B66-1B20-ECAA-4ECB-C4B4CEC4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5A7FAE0-8E8F-4865-B282-0AE1D9C8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2075B-B5EC-3360-1847-8421CE250515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D025DA-DCF0-E1FA-BE5E-628B8DC17817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9CF5F6C-9AA3-71C0-0300-B07C79DCBBD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5A025F-77B6-AEA3-6547-92F3DC20A8F8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20D8176-EC43-1961-836F-9E2282ABAE1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2566DE3-F7DB-A12F-273A-386CE2521CB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333B42B-E584-E743-7D19-D8777FA1BA8E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65ECBA1-094A-2F4A-3601-478DB897327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14213B4B-FE70-103F-9715-A3D2E738914B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47747537-F677-73E7-6E73-E517BCE9D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3CAE70C0-0ACF-527D-1E3C-CE74CEBFA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B9EE8709-7824-66BE-0570-12B07EEE281D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409E3E02-AE6B-1BCF-6E7D-73CCB8715A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48C2DCCA-BA33-F691-FF26-5A8DB942423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322496E7-FB9A-9B8B-12F8-EDCCF6774A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0C07E42A-0031-18A0-70AB-2CEC9DCBFB6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AFE9A60E-9774-713B-9E7C-E837D6506C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E0B81F96-5B0A-A7E6-3073-E9823DBC41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120C409D-D004-1ED1-61CF-7601F5F3F588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A7EB1DBE-B3C1-AC70-B07D-5CF8D6911294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A6F5FFD9-FF72-CC42-4DA7-A78686BFB48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426DE4F2-4E5A-7C0A-21AB-432B680E50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571D8D2A-5FEE-B4BB-BFB2-E32323781E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A79BFAA3-D5ED-F34B-0C0A-32D9F23C63CA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C57E3F90-2E78-5F0A-D1D4-C4682CC40D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3A0DE446-C93B-A0DB-50FD-79C95BC65F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DD1DBAB6-0D33-DFB1-AC65-CBA3A15CE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306489-1115-350D-1108-06852424665F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41AD1BD-81D3-8251-7170-E9E13AB71DF0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B3E6260-9EAA-D841-0FA7-307ACD764B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E70C376E-5EBB-20D9-C66D-B227AD553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9B2B089-D559-DD08-B53E-438AE453CB13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01581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612D-930D-913B-5F21-FB30F07E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03E56E55-4B16-6597-16D5-2B0CF22C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CA2A8-1CDD-C0D8-2F6E-428F81BF1C78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29A6C8-70A8-D308-1788-6D56422CBEE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4E3DB67-A4AB-FC61-F455-A9DFFBC3EEA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5D2BFF5-62DB-4259-4323-E20B987E5F70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FFA76C-9363-44D3-3DC9-3DC259E1F20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EE4DCAD-6301-5C05-7622-9B15E79BDD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D28170-9EBD-EFD3-2DB0-573852D5DB74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FB6F7E-3C57-D3E0-CBC5-F6B60E289AF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29529F49-89DC-E949-178A-8687ABA843A3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1658324E-F97E-57FE-D597-8B923F6E17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5106CC83-A986-5487-8153-6EE805B3D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3ECC0067-0902-3AD7-2E99-BEDC8804841A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4A77D5A-40D2-7C7E-DBA5-8CAEEE6212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514B08E9-0511-8B61-3589-877F5CC171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0AB36C90-1DAF-A012-05F3-0F18CBA65D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026288D2-4C2B-A902-B040-446E87E08A4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EB37BD7A-24A1-7EA1-51AC-4A05FA43D08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B81BA3AD-BBA9-7563-2853-7BF6D283BC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A7886FF7-993A-4956-6F88-9B250816416E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22649AEA-8E66-AAE3-F079-24565BC5B3BD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96CA7994-A458-D125-43F8-6F95F2764EC9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8B844FB4-03A8-E1D4-E3B6-6658D4483C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323B2AC5-EA79-3D89-8F35-B2CE212104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2B10BC0-E1F5-90DB-EAAE-22578A6F56E3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A26D95F4-D6AB-0D32-C43C-62AF54B0BD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2D9F4F31-09B0-C057-25B7-BF60A9152A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3A1B5088-E50D-A09C-4E52-40093A85E0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AB91A405-5CA7-71B4-51F3-331940EE6B04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5B92F0-4762-F052-9B13-F4E71E86AAE4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D8123B-5FF8-4FE1-C2D9-0D6CC2099079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ED1529F-B89F-EA8D-8AD5-98383EDC55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2748C9C7-3098-3ADA-9190-F06203CA61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A539E4-6BC7-282C-3FDB-C09FB81B34B0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6682143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5D43-05B1-E7FB-1EA3-ABD12BF0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A3E6C538-643E-A7A1-6404-FF8F7D3D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A0C41-8655-5C9F-26B8-83EC564EF9BC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7F91A8-1C33-01FE-A966-35765D24B889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9EF3DF3-2389-B547-EB53-02AF6C820FEB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989FB3D-0494-E567-1A0C-9E097048FAF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9F7A68E-5963-842B-BBF9-CF26453743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B97C931-8AEE-26A4-E63D-3E68136DCF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86F92F0-AD62-898B-70BF-0D1340E2B942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2683B6-3A08-6B80-D1F9-431FF54FA15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6D8B0EDF-B6FE-EE2B-B222-6F181FE47208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560D6057-F09C-CF77-6052-B38684F50C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7BD82E12-5F12-129C-816B-C301BFD56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B957B73-8666-3D92-6A76-BB3AC0D8F9E9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D2379840-1829-A728-F06B-118066877AE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43F71E8B-A5A2-DC5A-A58F-8530F7330C5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BE3DC9E6-654E-6B5E-CD93-06DE64280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DEBA546B-8F26-85E9-8CB1-C0FE6393C0D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33F9530-19AC-EC12-4DD7-4673635164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B43C67A5-42A0-3398-3827-B85096B8C7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4D1EF5AC-6644-43A2-DC44-D766B7DF430E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F5F6000A-8516-D241-52C3-88CC8D52FF2C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CDE2D3DE-46A7-BB30-2CB3-9D028E0DCF01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6D72C33E-3F14-E2BE-7A5B-5918DEDAAF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9CA6A5DC-3C0E-2776-58ED-FEF4278F98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DAC13058-9CEF-6C32-9F5A-CDA1DD9DA7F2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CB938923-C36F-9DD7-07A8-7BDD8A81F6B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04195AE7-D9DA-553C-FB88-CC4E686A97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D8D30ADE-BF61-A8F1-0528-253C5C2E7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A4BEA08-7EC5-7D52-F354-ED4480416BA1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AD37D5-FC26-FC0A-2CF5-199863E98A02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D04C22B-7D66-71DC-0FA1-C32B66FC23AD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091912B-813A-A0A3-6819-CF47AC39EB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21030120-97D9-D8A7-3A25-4725B1831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F522194-24BC-2E1C-843F-925186DCDEC7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DA317005-3B64-E97A-340B-78448962A95A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E298B3-F371-5A11-096A-8249E4C8B570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47851300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0A9F-10B0-F0B3-A1C3-EEAA6337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9590E0CE-2EB8-F5F9-2EDB-762D1CCD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89C87-FDD2-DC25-7F27-8B23A14AB726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147C41F-A2CE-D710-BBE4-CC9DF1918028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C4FF64D-C9A2-C9DD-D2CA-25BF8C1E04C3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988DE59-3430-0DC0-5791-9024589B304A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64AF5E1-BE4A-831B-06C9-5AD894402EB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9A766E2-691D-EB2E-215E-7455876715B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CF9EA4-A1E5-92A9-CF0F-62E48597DF40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4B020E7-A3BE-960A-DF47-C41721FA3DF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E6959990-6114-6EAE-79B3-E15E4C541077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50AB4C50-BF4F-0BCA-6876-7F84DE9BD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FCA1B237-4B55-18AA-7986-A45752681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352523F0-E918-8D89-B46B-3EF29C48251A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1178388A-ED58-7371-7E77-2208418ED86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E5ACAA3B-8CD6-908F-CB91-BEFA8697DBE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592AF969-240F-5032-B0AE-03FE8B7CD1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E5BF8CF-3CA2-1291-DDC6-1DFFAC76248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B45A9F05-AC98-3370-EC8B-D581E987894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3390014C-EF7C-DD05-0271-E142620257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63CD2C73-A26D-6097-D44B-CEAD6AF4FBE5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2C040AFB-4736-FBB4-091E-32279C382B71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0C2DA5DA-5D48-78CA-3D61-076AEFCFCB8F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16D3B555-13E5-ED22-111E-BD5E357D92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94BDA90-0038-6737-F6ED-093F097A32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B2259254-825B-93BC-E74B-853DBD1E737D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25263134-3A9F-F823-05E2-A5A64962A21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81D5EDD9-C17C-2C38-762B-03D39CAEEB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02F06C7A-90C2-008B-AD48-8B7771134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D917B9E1-FC1D-F196-FBAB-4682B30E50F0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2BFF13-2AD8-70A2-D1D6-8F422187F756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535A942-903E-C2B6-E25C-3A9C62588EF6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B5A144D-107B-4393-AA95-3329661D0B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B93B1F77-5744-6755-B321-43255CE376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5C9051-BBBD-BF30-581B-BE3210812402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80FB428E-7E2A-7864-1948-4761931004D7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A1E3E9-AE5A-AF72-0A53-047A03D92F83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A78E24-3F51-FDF7-A881-C2BA8D6A87CB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B2934-851A-F749-849F-4E15091E7A83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08251159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1FC7-D190-B6EA-7A43-2E9C67B0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8A143AF9-66EF-77A2-A259-F1292B85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1202B-BF56-5B0D-1EDA-3163F9361789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B99C0E-A8E3-6B47-9A0D-4145BB7712FC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F56B1483-2189-EF51-C1F6-2BC1325BEF0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57CF1E-6471-57F2-9FD7-BB5A9C1BE6B6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2712EA3-F511-D688-63B3-7D61157BF2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3D43D1C-F2A9-0E68-A092-2A6D14458A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36AF7AC-28E1-4271-94BB-F21C7D7F8047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0E7F983-1838-A3E9-70BC-BAE47846AFA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DA0645C1-D7CA-B0D9-59AE-BD4C4C7FE4FA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BFB1F0A-C768-C297-4D87-96673FB464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6162B8B0-1443-A3A4-FDB7-3A5A0C10A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EC710FB4-D954-BA6D-D24B-D6A7B96CFB57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BBA86E13-FC24-F5A9-7EE8-5DA1D1A38B3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4EBFDF60-24DA-7336-2409-582B9136C61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2C406759-27AB-EAD2-B540-84AE351B39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FC626A3E-9DD7-6ADB-FBF6-3D7BF651E47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FAC0CBF0-5501-2712-44F9-A11582F75F3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06329E45-77DC-9F39-60DF-858E7F9B5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1BD4B943-1589-5A86-A813-6EB3341CFD94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6C31793C-6BAD-74C5-C717-7805B2724D7E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5E37E850-5AE5-1729-9068-2DE838C4D5CF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C7CCAB12-248A-E01E-DA18-0DA2AB97E6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27146032-A9C9-558D-38EA-3314154266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53DECF94-33D5-F578-D327-8851D5513809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CA0E861E-8BAD-547E-CAB8-12B201430F4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68154E14-27E9-7767-99D9-B5B89C98BD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4823AE7D-9399-7BA4-2494-6030323E5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CD69FA0F-B489-8359-65A4-4C1CEC61E5E7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ACF9AA-8527-C9E7-8D3E-F0A43862C547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B991CC7-E511-8628-0D0A-F92EC5CA7E23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EF1470A-E209-4ADC-0FD2-9A89B091FE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276613D0-CC38-D78D-A2B9-632EFB713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E8FEF4-C77C-24B6-7AB5-BCB1CFB64153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19885506-CCA7-8277-2070-7713255D0060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6762D9-1C82-8E50-BCD9-1BAFBDADBE90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88D8C-7519-6706-52E9-62D707E8E4B1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482742-96ED-09F2-4AE3-A3717E77F75A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1ABB2-B585-24F4-AD33-0F1926501CFC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3366847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EECA-FB4F-760F-6A97-872E51DF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43B0989-B5CC-A111-3685-647D15CA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27A83-D846-EE7E-0692-C863076AF9C3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71F28CE-9CCE-D5FF-D599-E83A4CCB9001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FF7E0EB-59EE-D7A5-4F1C-A6E553D4652A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0FF6249-1A97-56A1-42C7-CA3E4069B127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78A392E-880D-A9F4-CE11-A24238CC32B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84C37B4-E835-5CBC-6560-49613029AB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489F06E-F208-9A03-41C0-7828DEB6114B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EC7ABEA-F537-BF10-516D-A83AB5F1AD11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76ECBEA9-5012-02CF-52DD-25E82010A1AD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F90E9BAC-759E-C897-E7E7-CFEECC2FF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BF33870F-AF9C-0E57-AC24-61A73E5D0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0DCFAC7-5800-892F-CDDC-7630713201E6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0B679AB9-8DC7-F9DF-37FC-76694FB2FEC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C33E6BA5-AA39-20D3-80B0-150D0670954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DD90D064-12A2-E703-77B0-FA4280BA52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69201B4C-3DF0-0C63-11B7-840B5C68B95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F0E4F6D4-723C-2BD9-4256-86CE625BAC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1AD2792E-EB3D-83BE-E2F4-7EA485C19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DD8FF9D1-D333-21D8-E9E5-AEBE9F6671C1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246D8043-BCBA-17CF-D02C-70B8A98920E5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E594A550-2AFC-5FF9-D8E5-F3E130ED83F6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703CEFEF-77B1-7B7E-DC7E-7A65DE80C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A9032344-6F20-931E-44CF-25BBF9479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CB70D9C3-5056-2221-894D-C8860102ED37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DDE4DED1-8042-041C-07C2-BDB3BD4197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52AF1010-FE24-307B-6D52-49404F795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C7F724BB-A5B5-1B83-F748-519D06C7F0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5A98376-BCCF-13F5-3B24-68F4E0BDE586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B44D66-3226-4122-3015-408419BED286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5D9167B-CAFB-8E3B-D23F-8685BA38F2DF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6DBF22D-B89B-CDA7-668F-B875604825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8CEDE471-7A6D-F231-5DD8-AACD0CC7DB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1A5A4A-78C7-6593-F492-6DDE42A7203C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4719E718-C047-B476-3C8F-07F025FF01A1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FBE441-EF02-433D-65FD-03B6E9B72D12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B459A-9B87-05FC-CEFD-039D10E0C514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FBC8E-B360-CF2F-C342-7CF1F692FA2E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1F2191-B2B0-387B-45DA-C7A56A0041E0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5A3AB-518D-4F4D-43C9-363839CD2FB0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74707759"/>
      </p:ext>
    </p:extLst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CDD7-E030-F628-3822-F47234AA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B7CFA599-1FA8-FA47-8EFC-586CFCFA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88C7B-8BF7-3451-9B90-63ACE125C3FC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BC7A6E-7498-BD7F-4D16-80DF23F12828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8F3AAA4-D6B7-C904-FC51-8A330E7D1E4C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E9813FA-A2CD-BD34-6608-2A19DFC41DCB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752C353-CC69-E588-98B1-94977BCD28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CDFD8F1-7F73-B54F-2D3D-04040844618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7641000-BE94-1EA1-8608-3B41B52507F4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4A608F5-BFA2-2D68-6C33-B18204E54D7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13AB684D-0A68-230C-A11D-EF570F7E8DAB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344D80B8-CD71-EB52-1DA9-7C8520C421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1A7B2EAC-57B2-B71A-192B-45C1EBC56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B9A03007-E6FD-25FB-B9C8-A8F89A6929FC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248D0A35-AE75-5DF4-1F5F-6C3A4D8E627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93B80C5C-0731-EFFD-B137-18CE4537A8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59AB1A00-0A3D-2678-E683-B67EE95D8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75897E7-30F3-EDF2-1432-596812CDB2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2C72E499-6E2A-D5B6-7240-01C71FD168A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1CDF4107-01CD-2491-0BF6-26F5014C2C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CD1AD5C-861D-0467-36F7-D41EC013DCC2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4FC23943-D238-7858-252D-F4C69FC07130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8362DA8B-2618-ED74-A7F4-810D331E53A3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E0514DF7-1928-9956-31AF-A864E4A0B4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3BAF698D-A9E2-CDA7-64C3-A7F5AAA427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D67509CE-6D68-043D-231D-D53AF65A99D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01FC3E7D-FAE1-A3A4-2EF1-52F7056BC7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B5080460-1463-910E-3F1D-2547F40277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ABD1CFD6-DCE0-AE6D-8937-9003E3573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46325846-AA47-9544-7832-7097BF324A7D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6FA126-078E-1647-DF4E-D5EFE61F3CED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D1316B-BCF8-0AE0-DFDD-5E8521446B6F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B396743-63F9-5CE8-73BE-5E5C664D16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FF653E7D-A589-57CB-BBA3-CBBCE6712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8AD0B9-DD42-0DB0-999F-806292AE3E4E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16293B4B-A53F-0864-B8B9-2961A79674C4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C74876-2E7A-11AC-F96F-7249E3336056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EBDF2-D43E-533A-4697-D14CB34A65E8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2D1E5-80BB-C785-CE29-C7038E39AD2E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EDAAA-DE5C-EDB7-056F-7B0A2BEB72BA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EA039A-4C58-2E3D-2DDA-1E0A61396DCF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A172A-2A23-02EB-6D2D-AA7B6B2C880E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9118173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F455-6560-CCF2-D0B5-31FF8FBF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ABEC7D59-189F-CA0F-96BE-655B87B7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82B2E-AE6F-D274-F705-0D0DA5BA18BA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D031F4-955B-CC0F-9800-6133668682A3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1DC46C27-E06C-3F23-D27C-43FE15E62151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3C0D63-7EA0-F430-7160-FE113ACBCC7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63D9B6A-BF8F-6F53-6DAC-1CE97CBA29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F7AE5D5-E1B4-79F5-FE0D-103267F2CF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8807982-5BC5-9AF8-543A-23068566B1D5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56E49A1-1A63-D841-0429-EC2842A35C1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F1BA3ED-2EAD-DB2C-14DF-B5E0EC2C9FBB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F5FEA22C-B46A-E5F6-E138-F21B2DFAFB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F74BFDC0-8916-D6CC-1766-158A8DF4A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15C61FFE-A442-1385-0A3E-0A06C79BF5F8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25996646-8AC2-7330-B801-1C58BE7AD85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27093256-91FC-3227-1CC4-6B5EC662FCE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8530496C-5058-6DB9-48FB-6CF43F6FC0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EDFBE2D8-652F-43E0-0AC0-29182DA9790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242000E3-DB7C-E046-82B1-B2E8C9DD71A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9A2E377-5855-E9B1-4F28-642FAD4805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4E487F9-C99D-6CE2-C68B-6AE5F2FB946A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6DEAD53B-43BD-9E2E-EE1D-3B644D74C048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70FD27CF-35D0-EDE8-3430-47E69C46B40F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AB153E74-3A16-2DEA-8268-88A63F4029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526A7E5B-913E-609B-C7CF-E0C5AF14CF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5F618D1-98DC-CEA6-4AF2-D935F81CA01C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6195A4C0-9A7C-FA4B-09AE-F5FA384082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AA7CDE14-0B60-A0A1-DBB5-0C311FB258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6766F3F0-6385-20F9-3D60-C136E8E2E5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AF90640A-3419-78AC-D798-21A47A015AA5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B7FAB4-6D2D-F99D-C311-9E935337EDF8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E68BA4-ACDB-E10B-781B-98FE3ABE6567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BD314F1-D058-FD1A-70FF-BC5FA2C7E3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A33B7E17-A249-5872-550E-BBA1CB8056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71BEA5-B3F4-441C-AB4D-35CB5D794091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4A1B864B-AC1B-ED92-56BF-09EC857443EA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6B3A4C-FE75-5984-A8F0-E922E1F1C0C5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9B476-FA29-C464-84D9-B9ECD8A14EA8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2FF50-BC54-60E1-5174-4BCC2139D162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2DC49-283E-CC67-B395-95D1C0A7785F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0AF33C-F6DE-A605-D3F9-9398DE4A7539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2FEE3-C767-0488-E9D5-173FE40D29FF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088DE-F088-F64D-084B-966484ACAD41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</p:spTree>
    <p:extLst>
      <p:ext uri="{BB962C8B-B14F-4D97-AF65-F5344CB8AC3E}">
        <p14:creationId xmlns:p14="http://schemas.microsoft.com/office/powerpoint/2010/main" val="359984901"/>
      </p:ext>
    </p:extLst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9858-B301-1B70-0C1C-4DF27D60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1FFBA117-69FD-EDCB-E682-E2880A8D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8D0AC-1F5C-F6C2-9C3A-8840298FC671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FFD6F5-3D02-3458-D6FD-15565E07DD46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455BD5D-F981-40E6-7318-2A50028B9790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F9C3B8-4FD2-9DCC-596A-1CEC5861E5E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DAAEC2-0679-5CDD-7DA6-FC9813F0A9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C46E613-9EA0-4F57-A45F-1A040474721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522A23D-903F-EEA1-21A0-0307062465F5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F9F1F51-2C1C-16AF-9855-4AC92C795BE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3B87ADC7-B9EF-9685-C23E-18C6B5F3BB8F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9A646154-AD46-946E-34A1-A185540B5A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A44B7517-2259-4E12-D81F-13799A28F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05995124-2BD2-9123-A3D3-46B7679FDBCB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CB49BC3A-7A26-8036-9EE1-CAB0EB9C202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F9078B8A-1691-02AC-5443-094CFA59A20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A1A673DC-8B9A-9C68-4668-5B2E1A74CC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4C5F27EE-878E-25E0-3A95-A41F28A06BB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73586396-3F0C-76B4-CCD6-B8A72086FD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EEEE600-236F-EC7B-D76C-861DBB418B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EFCF391-7502-FD09-0526-F0A5465E6D16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43DB895F-217B-995F-DF37-3AF1C4E2EB7E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E3A50954-6096-6651-EB75-7759D20FBFDD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E94D91FA-50D8-FB1B-0588-C24AEBE146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34384B19-CC97-F723-2455-2155048C2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77450C50-0ABF-D74B-BE53-63DA9201EC17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272BA8FE-0D63-7F4F-1159-EB11BCC8C9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A266B9A9-07BA-5CC1-6BD6-A2C8AC3D2D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25EC9F70-38E0-A819-0DFE-A5BC6ED400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6A4D264-C9AF-BBB2-5172-9B1DBD8E76F3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DAD7C2-F4AD-A6CD-231C-F87CBE9A4DAB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7E0A231-9DD0-94D4-B611-E1C14C59FB47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BFAD71D-885F-4740-0521-824FE1A919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BB833D6B-E328-6540-017B-2D488F946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EDE80E-46D5-55BC-D9C5-3B8442B1E63B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5B6D233C-FC19-445F-D2FF-516C1335E13A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267167-5CA8-498C-950C-CEECD1AEEB29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CFC10-A5CF-6129-511C-43C2B3E1825E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00C9F-ED25-3797-B242-E03A1BC07EE5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F86AE-4192-11B0-EBA4-915D8ED08725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C7DD3F-8CA8-F64F-CB18-A9B2D01E1790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7F6B8-0EDC-EFA1-20A7-387A82E7C821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08A1F-2334-AC27-F5E2-2590DCCCD32F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276C8F40-8D55-5B54-C8F4-52DD68529C09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45D3E-022E-654F-25FE-4F603DF29A34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</p:spTree>
    <p:extLst>
      <p:ext uri="{BB962C8B-B14F-4D97-AF65-F5344CB8AC3E}">
        <p14:creationId xmlns:p14="http://schemas.microsoft.com/office/powerpoint/2010/main" val="1136345047"/>
      </p:ext>
    </p:extLst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91F2-FC53-8B44-88DE-9249AD2D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8EE48CC6-2504-55B5-29DF-2471D97D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0CAC7-5046-3E71-B612-A8F53566A35D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1E4494-8F07-2EAE-404A-EB89E1F8B69C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55A235D-AC94-3D97-BFD8-89ADF2A5453D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47324B-26B5-232D-6C9F-BC55A6A905EA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FF5488D-ECDE-184F-FAA5-75F544444A9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B933D0-6349-5D79-3BDE-4072960A67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000C5D6-BFA3-C6EC-0915-985C4BFC3771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D652A4C-55A4-697F-EE52-56E55FDCD3E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565586D3-839D-81B8-AE4B-C966191A95C8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8140DA35-321E-CA12-18CD-21C17B5CE3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9F182967-E24D-398A-71B3-6BC5403AB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FC411C85-2F22-4666-D095-22F3877D2CFF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22DA29DC-3839-7FBE-8DE4-97D20C1EA69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1A13BC62-CDDC-3C63-7407-1D3302C599B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5A01B202-892C-20E2-B6A7-1E97ECCD1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92E2D17C-1CE0-7D66-FB66-284E870C164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7338922-9688-8301-FDD3-5C299FD5A8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030BBCF8-80C1-96E9-4B4A-0FCB6A1FBB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C3A6E77C-2997-5B9B-924C-F17549B2588E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7E4C6011-33F4-0AAE-08C8-4E383CCD7515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2A788808-D9C8-8E27-5E02-7B05BFA552A5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9C9ABACE-D5A8-8257-9D0F-1D84BAF0C7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69EABB04-B701-7F46-A35D-2A4251CFED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1DAA1C23-89FE-A3B6-349C-7ACAA8F0D934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2D01BCAB-F1CC-8056-0246-2982EEF8B21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27370F37-1B7C-C0B5-C877-F16A9F5DE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53A10A0B-4887-8233-4759-B051C81C7A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A0AAEFD2-9E58-D783-6725-8F649A530289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A343A133-10E2-4952-57F0-31BC5521EE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F1D7124D-22ED-F46E-C020-1759D8FA97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9CF10513-7ED9-6BF7-0498-60ED5C062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031B1E6B-2559-C8D6-66A0-DD8A1CFDB8D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648EEF4A-A9D0-5E5F-6BBC-45B77A39AC9D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B2408A1F-F06A-ABC0-06E2-490F8B89DB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9EAA7CCC-1383-CAE4-4EE9-9200FD5E88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454B2251-66AA-CE7D-9628-A9954898322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84E2C6BE-A9BE-EC36-4E99-DBD8E6F2AC9F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9F913BB8-F810-4087-AE85-0056A4FCB3B1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28E5EF-6B3F-0E04-CF1E-2C86FD182A67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159BE81-B451-9E1E-CA1D-B507427A06DB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31E4123-8F3A-9ADA-B373-4419AAD587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2FFC9455-9DC2-9851-D309-1B32C776A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6AD77F1-F61E-DD8D-F874-5CD88A692278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95AD637F-B241-D972-2807-EF4675B5A946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28349F-DAFC-1DC2-1517-2746DB35F06E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4157C-8152-C23E-4F62-5D6F1F7FE76A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72575-BC9B-2896-9D8A-3FE02B0C984F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E1477-D811-A3AC-CFF6-C71F4F9CD02B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322188-9DDB-9882-5D32-B9EAADE2CF78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3D1C9-B3DC-D4CA-44B1-F1D208580533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3262F-7B7D-FCB3-2049-FD1FE310D8C3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06F9A563-972B-53CF-9C39-61FA62CC2E88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1EA3A3-92B2-DC52-2D2F-13F623AFBABD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</p:spTree>
    <p:extLst>
      <p:ext uri="{BB962C8B-B14F-4D97-AF65-F5344CB8AC3E}">
        <p14:creationId xmlns:p14="http://schemas.microsoft.com/office/powerpoint/2010/main" val="3213593957"/>
      </p:ext>
    </p:extLst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4A78-DCD1-3B9A-4F97-6FA19272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08D50DAB-7193-A1B2-62FB-84D65C92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B5C17-6170-61A9-1128-A0A8C6DA68C1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BB2A4B-B1BD-8A4F-019F-1C4795C2A1A3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A5070A9-1EA1-E01B-07FB-F24C33EF4D9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AAF04F-9B20-1489-8D95-4DCFF1D07DFD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C724DD-D16A-794B-402F-ED3F10A8F8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2E3704F-6B00-5700-C954-E41861D56B8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8BDA015-BBE5-1BCA-7DCA-DB6BDF294163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5417124-C013-1191-4C39-6A01CE0FF62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E54750D-EFCD-E480-D353-97F3570FCEDF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CE1C641-2708-F390-9C32-C2552494A6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0110BC0E-BEBD-9957-1B5D-B19C0E2D1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BB25ED6A-CC73-AB8B-C8EF-A7FB1138DDD8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A80D0AFE-25EE-F850-E2FF-139707623B6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1F0623DC-B798-1626-D04A-867FF1E44AC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B3A462F8-9C45-5F88-A202-51B487FC0F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761089EB-4FE4-EE13-25CF-6006FFF52C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4428C8F0-D0D5-E4E4-52C5-238F11CA386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210F2837-9348-9B7A-D3D0-1601AC95BC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9AC29A0E-F55E-75AD-B6F4-583FB8D3009A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51328F0A-7B2F-C9BF-5C38-E3437FAF931A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B4E2EA44-B246-A4F1-A2DF-63780AFD1E86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8509DB13-17C3-2557-259E-59A0A4B4E0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9731252A-385B-FC9D-6064-3985983E36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85EA63E2-D7E8-55EA-FFCA-2B32CC17C8CB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73AAD805-21C3-2DFD-F10A-035BA8BB089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87EDF950-2AEA-7113-1717-D9F7AEC41A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84077458-30DF-7B45-4C36-063660964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D7647458-0510-8335-899A-6DA7FD940DA0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C887F7D8-5AC8-FEAF-A169-B0531B175E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FBFD6AF5-F821-A3F6-D725-AEADB05D27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D85DEEA7-63E2-817C-D8FF-F58F418692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802904E0-2F3F-0949-10E2-D2A07AEFD2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DB5387B8-C8A9-2401-2C6E-E3BF1E5C5476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E955D7FB-44BC-4C68-BCFD-D8C8BFD64D3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09FD6C57-DF53-ACDA-3BFC-77FC74E70F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2C61C101-B67D-6225-ACD8-6135839F9B7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98D77505-ABA8-5896-28A8-20BD1A06CD39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DDDA5438-1C33-FB6C-1132-05BF59938544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91D2D7-57FE-CE06-D0D9-928364B6E91B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D59463F-F740-1B98-1B85-185B21BE69F0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7899ED1-F8EB-1875-CCD6-7BF5B372C3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BB4B9421-705C-3440-4850-5C622B6A39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BC693A-AD55-BB90-E362-493B1602033A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114A0D8F-1861-FE72-16F6-F8829B34FF38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E68494-7E94-5F52-11CA-32585CFEE5C8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03924-828F-1EF3-9713-DDF614C62A8A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4BE9C-9CA9-A210-7E17-6AA8626FA03D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32F65-035B-379A-B9AA-5E055DFC3D98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D68508-2A8F-887E-5B77-C03872E5055C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F271B-DDB5-82C3-1F5D-3A73FD36A98F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83563-B9C3-FEF5-236A-8EA85A8DBCAE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FFBDBC46-6CCE-783A-58CD-7F6FA4A81700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A795C2-5744-7C3C-A806-59EBCA5EAAFA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B287F8-C77E-17EA-F1DA-3AB96090A5BF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D44821-21AC-21AF-061D-FCE13120FE55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99788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A6BF-02A1-2BA6-2698-738F2D355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D9F16BF-B79E-D03B-6F07-C523382D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A7F57-79A9-140B-D60D-12F8FA842295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018B352-3150-1A1A-6486-022CF8DD28D8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D789D2D6-29BA-C693-0381-FC8BEFF5DD21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1BD7420-4D5B-6BDB-9678-C6ECC13AF4F2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DB6FC14-5433-5AAD-5F7D-7A92D0BA8F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3CD0AD4-45A9-92D0-19FB-8100A86F469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8269073-6DC4-1445-E433-D91DAB0189D9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12EFCE0-559A-E9EE-32BE-6E9B1CC164E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F9D5BF23-2F2F-2A88-2E6E-38459A5DFC7F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4A3FB6B0-5E11-266F-D2A7-67F95B7D10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301C72F9-AB64-998F-3AB0-199A89872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9CE7FF36-0671-57E0-57AE-0170B34FC330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30D96928-7A12-BCF4-9E9B-82A3051B0D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434247B9-50D8-6E97-C25F-34BB92E4F3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9CDD7295-F5FF-24AD-2E70-941A967BE5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A240DC50-C58E-507D-A09D-F8DD4D8BE9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CAB67D34-8707-E476-F921-B4EDE022CB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C1E81D1D-7524-7DE6-CBE8-71C51559C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73F71EB4-1DAB-D804-D320-5A95BBCA57B2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9EDFB93A-F564-9032-2C92-2E0A6D01BE2E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8F65F15-AC00-750C-BCA2-69B6B89E36E8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AF0B2DD7-B8CD-A771-FC16-1A3459CB2B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6C94DAE0-64A4-7D9F-D294-10151CBC97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3D919AEF-F4D5-92CC-4F37-E63507E9F505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E739A0AC-0E2F-D889-2B8F-BBEB0C47C0E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57724016-8BD2-78FB-26BE-93E289A396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609FFB7C-8798-17F3-5FA7-C96F5329C4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D410031C-830B-151B-F4A8-605110B2F9CD}"/>
              </a:ext>
            </a:extLst>
          </p:cNvPr>
          <p:cNvSpPr/>
          <p:nvPr/>
        </p:nvSpPr>
        <p:spPr>
          <a:xfrm>
            <a:off x="9721510" y="1897621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403054F5-501C-D2F5-BC3B-73039B4F28C7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C0675547-4B8F-B275-CB8C-4CCA21681A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9C6F6C1E-AA4B-E077-10D5-CFCB79C4D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64EF6F2F-D7BD-57D2-1240-BBEA7E7B21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C7912A4B-D855-6DE5-0586-BA7DC682EF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DB42E004-AC1A-ABCF-67B6-DE0FD802B729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0389223C-6A5F-DEFD-3A4F-0027893E9B7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065F0DD4-092B-F6DD-92B3-B683EDC7C8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1C26BD0B-D547-2209-2E05-5D5051C5710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E33943B7-33B5-6D34-4402-CA6091FC7C99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4F7DF314-CA6E-11D1-5966-8E1B49A804C6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2A4811FB-CC7C-EB34-C54E-0ED0B9464BF5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 flipH="1">
            <a:off x="10060136" y="1449493"/>
            <a:ext cx="4258" cy="448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AF4AC4-55F5-BD09-4EE9-E7BD08D0B5CA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EC2DEE-51C7-4063-41E4-20AF758F5DB4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37C8C3A-CF7D-E43D-04F6-82284E80A8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4E1BB302-71F2-DC89-54B4-7723772196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5E48BF-156E-F3EA-9145-8D333693AF7B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0DB23B51-49F0-E28E-9827-CA0B187E6BBC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842CCD-9F88-1951-D604-F226D61AB769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A33B8-9990-D5D0-1B55-F26AC598D087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7FC4F-44C0-1151-D832-8D8C947887F9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31355-5E31-658D-B3B2-C02CB2089A33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0024F0-A378-B515-29F9-2F470F3FDD9B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81F80-F0F6-3343-3DCD-0ECDE266B721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6547A-9FF2-FE57-AB2E-B55FA6898BFF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F1F061E9-2528-51B6-FA5E-2EDA381E7C30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39CEEF-16EC-4E13-F5EA-4BC2E1A9FDC1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061488-41E3-183E-7C7B-4FC2074187BE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4EDC272-2E40-424A-E437-DD867AE5C126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579628"/>
      </p:ext>
    </p:extLst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01BC5-3988-431C-87E9-3C5B3AE1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10408E0-1E7E-0672-92B9-FD85A6DC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CB0E4-8490-3F84-6B43-583B0CA279B3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B93F47-ED00-2000-26DF-2EAD70EF0F38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992D4F2-4972-D249-A574-E4D587BC6A82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B11B72C-DC27-5D3A-ED34-77413194193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EA82513-1C4E-653E-D1FB-2C4439D8F9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44864C4-B67C-8CC1-62AA-64931B138C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4879E51-A6B3-035F-CF56-5D04A233791C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06A1149-811E-0A9D-E55A-8E620E16C0C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9397A846-99F0-7C57-216C-67B028E6D692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395B7ED8-111E-08D0-C006-591C4E9B37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FCBFBFE2-ACFF-2880-B4AA-7CBB48A0E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69A17ABF-44BF-775D-9BD2-4DA1BB38E72A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681DDDAC-D742-1AAB-05E4-363F12F73F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C76CFBFC-5BC1-23D9-D27D-6494A28EA5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6E779990-3B32-80C1-9764-65D42F166B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2B3D62B6-0417-E237-9FAF-7940885AC2C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D131C1E1-E253-D87B-45F3-6D93413EB34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FE934374-F754-B05F-7B66-DEFEF88F65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4323F86D-9C07-BDB3-B730-73FF95EE60F3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BB2AA906-ABC7-8A5B-446D-59C05C5C83D7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CFD057BE-4EA9-5EA9-1DD5-8CAFF09346E1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8A8E7E00-7388-4B7B-22D9-FA31A5F4D4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4BF2C341-3CF0-63C6-5BB3-38099E3EAA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2F89AD1-A9B2-69C1-AEFC-AEACEC705B18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41AD4B52-CBA8-2340-20AD-1EFC465CD88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88337D2C-7CB5-EB4F-DF33-FFBFB0D961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E52D6C7B-D0D4-8B3E-72D8-47384D041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0BAE625E-3EDD-96D5-4483-826239719E6D}"/>
              </a:ext>
            </a:extLst>
          </p:cNvPr>
          <p:cNvSpPr/>
          <p:nvPr/>
        </p:nvSpPr>
        <p:spPr>
          <a:xfrm>
            <a:off x="9721510" y="1897621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760B817A-E82F-162A-E116-470EB798D131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E4D4101F-B99D-9A45-6989-12608F55ECA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B763B517-1EDD-567F-AA1D-7AA59E2D26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39841F94-EAD2-1DD3-036E-944C5FFBC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262E8CD7-E7BB-7D7E-5C54-F454CBE45EB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F14F49B4-40CC-4157-5D7C-CC2856F079B3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1D1CF00F-20D3-7215-9482-E74A2E0F6EB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C538BCBB-1B39-4733-A62D-E4264C12D2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8589FA06-2D44-5088-7DEB-24F6A6794D2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C3C13B93-052A-A84B-CAE9-2304E65449F0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159CAD0-8433-7A32-53FB-4A87503992CC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B94450D8-69D8-07BA-05EA-6BA4D4D2CEF9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 flipH="1">
            <a:off x="10060136" y="1449493"/>
            <a:ext cx="4258" cy="448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97B010-119D-562F-020C-599A30AA2B11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C6A630A-E0B5-FF0F-6E14-87CF3E4E9F86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0693364-0FCF-CD5E-D435-F9CC315D43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9F96FE7D-16B7-12C6-904F-8DB40C5752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5D1446E-7604-DE9F-FDAE-C58987642B56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349898E1-FC2F-C287-E4B6-842E2E268EFF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F8628-7B3A-56D4-2AE5-924D7EAE892E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24853-CF2D-6EF5-EE20-05009C130E81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125D5-C7AF-5AD7-C08A-8B430432CF4A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58B39-1206-00CB-C67F-652962A29B3B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245822-842C-AC9D-D1A0-BDDA31E1C45C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765C7-DDBF-B147-C35D-BA361FFF79BA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38735-18B5-3947-05AF-8E6BAD8CEF62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A538A4B9-3822-7CE4-136D-B9EE583A9002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C8E407-91E2-9D4D-A5AB-D3662456BC7C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95CFD3-4604-1C65-4A75-F952D4FD6741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B028D4D-07EC-A7BA-D931-ABA944253B57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71BA5D-978E-531B-EADE-402DB621EC1B}"/>
              </a:ext>
            </a:extLst>
          </p:cNvPr>
          <p:cNvCxnSpPr>
            <a:cxnSpLocks/>
            <a:stCxn id="1123" idx="5"/>
            <a:endCxn id="63" idx="0"/>
          </p:cNvCxnSpPr>
          <p:nvPr/>
        </p:nvCxnSpPr>
        <p:spPr bwMode="auto">
          <a:xfrm>
            <a:off x="10226980" y="1382147"/>
            <a:ext cx="576489" cy="51314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4E9CD8F1-76DE-347F-35E5-963E38E1D622}"/>
              </a:ext>
            </a:extLst>
          </p:cNvPr>
          <p:cNvSpPr/>
          <p:nvPr/>
        </p:nvSpPr>
        <p:spPr>
          <a:xfrm>
            <a:off x="10464843" y="189529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200854588"/>
      </p:ext>
    </p:extLst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EF492-8BA0-8A26-18BD-D9B90742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992187C-ECBB-8597-2EAA-95203B78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74AF0-1B1A-E017-C3E9-64D8DD6FD1AA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37475F-19CA-5615-2099-55C874866B2B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D65BE538-9D6D-3C0C-DE4E-E5934032FB88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AA2CBAC-2399-C85C-C385-739657AD55B9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7E9FE5-DA30-438D-EC0A-5E20CAD10A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EB01015-87EC-FE93-32B8-C8A1FC2D57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D433CA7-2BEF-22AA-7FD1-8B390E9BC3C1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8449C04-A79A-66E6-2AC7-5DC1CA99E33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5120155D-CF55-FEDE-73DC-ED2DBF42DBEC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A526E14-6EE3-DE8C-8ECA-FF089E1305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2D4F0D4C-064D-09BA-F126-77204827B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214B75D-75EB-0E01-8917-BF94009EAEBF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FDCCA2D8-30B8-38C1-E015-492C737127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3D2C90A3-9A87-618F-8C4F-9FAB7E2216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1886E351-2822-4C8C-B7C3-1D9E80EF36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884B1DE9-2483-4631-B858-C0CB209CB4B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7C7644B2-31A4-14EA-BB71-BAAB0C4640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4044506E-3B73-5E35-5146-01871226E6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4700B03F-7671-3B86-AD3D-90EDE0F910CB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51FD3E01-9BA4-28C9-8048-83F4B2C17D82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B077FAFC-0C89-169E-DC49-F6E921336B56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D719DC0B-2140-0F9D-8E8A-44B1DDF604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EADCD951-E8FC-3A75-30B4-AFE1DF1001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40C34369-E132-AA9A-A414-F3710090DE04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5D255739-D3BA-58B2-FDDB-58C38FB988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6A7E5D72-AE63-5826-C826-4BBC93A63B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47716BB9-4230-1819-DB2B-B2C2A6113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6BF058E5-2458-231D-50EF-4BAF0839F1B4}"/>
              </a:ext>
            </a:extLst>
          </p:cNvPr>
          <p:cNvSpPr/>
          <p:nvPr/>
        </p:nvSpPr>
        <p:spPr>
          <a:xfrm>
            <a:off x="9721510" y="1897621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AFF84EA-29D9-D040-C250-2CAF53466189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B530D054-4BBF-0C7C-E2BE-CEA0482792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16332E9B-558B-47EA-5B17-A5F0102839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4C1C6290-5344-A3DA-344C-278E40CB9A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BAE50B7D-8C4C-4313-221E-F792FED39F8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1931F717-0523-B001-2699-1E9519E6B277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7484EF01-1FDD-3CCC-1FF8-4D63AE38A7A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F189D21D-2A46-F062-0788-ECE4177CB8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F536840F-80A7-71FF-6176-A7E19B2CB65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8F749B8E-C72C-617F-98F1-C340836CDFB1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20C0EA66-9A1B-15FF-6855-83B1FD7E6894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1194408D-16A3-4A99-1BCC-B6F894C22BF4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 flipH="1">
            <a:off x="10060136" y="1449493"/>
            <a:ext cx="4258" cy="448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0185962B-D0FC-B08C-8A08-22B67749F800}"/>
              </a:ext>
            </a:extLst>
          </p:cNvPr>
          <p:cNvCxnSpPr>
            <a:cxnSpLocks/>
            <a:stCxn id="41" idx="2"/>
            <a:endCxn id="1074" idx="0"/>
          </p:cNvCxnSpPr>
          <p:nvPr/>
        </p:nvCxnSpPr>
        <p:spPr bwMode="auto">
          <a:xfrm flipH="1">
            <a:off x="8644588" y="2234144"/>
            <a:ext cx="665764" cy="23332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EE64AF-BD95-26D7-5DED-10FC7A4F3BC6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F3EA15B-FBDB-B9B0-AD1C-10D36E31FD25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8C03F69-0689-932D-7993-E012F4EB0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4DFF05FF-5B00-A713-2619-4842FBF6FF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EE6991-204C-C401-3012-7D9E486ED917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2E996660-9C32-03C3-61D9-941F7E1CC5C7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79CB48-00C2-61D6-CDD2-3B57F9E85AE6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3BC98-CF26-6E5F-EA90-3052C5D58914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D4855-E456-A706-BF7E-61ECCCFECE56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FCD17-F72F-D85C-A5CB-75F5B23144D3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CD3A8-3C55-3E3B-DE45-0DE03B8E0B0E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C3C8B-A4CA-733C-5374-C3EED5606079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4447FE-01BD-B5BD-B23E-5036F7F1A7C4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F3E0BC52-84B1-4303-DB54-94368B4E57FA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D3BD64-F79D-E973-FCBD-191E723EAB69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B674BF-7972-1FFB-D8D8-9F6C3D72FB51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CF4E71-8D3F-43BF-79A6-31793E6DE860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90DFCB-71BE-F074-47AC-78820F1F66EB}"/>
              </a:ext>
            </a:extLst>
          </p:cNvPr>
          <p:cNvCxnSpPr>
            <a:cxnSpLocks/>
            <a:stCxn id="1123" idx="5"/>
            <a:endCxn id="63" idx="0"/>
          </p:cNvCxnSpPr>
          <p:nvPr/>
        </p:nvCxnSpPr>
        <p:spPr bwMode="auto">
          <a:xfrm>
            <a:off x="10226980" y="1382147"/>
            <a:ext cx="576489" cy="51314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02811C0-1E57-7A32-191D-6A4AF74793C9}"/>
              </a:ext>
            </a:extLst>
          </p:cNvPr>
          <p:cNvSpPr/>
          <p:nvPr/>
        </p:nvSpPr>
        <p:spPr>
          <a:xfrm>
            <a:off x="10464843" y="189529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178BF83D-2440-1DCF-27A1-0F10FB81D036}"/>
              </a:ext>
            </a:extLst>
          </p:cNvPr>
          <p:cNvGrpSpPr/>
          <p:nvPr/>
        </p:nvGrpSpPr>
        <p:grpSpPr>
          <a:xfrm>
            <a:off x="10762813" y="2468710"/>
            <a:ext cx="470874" cy="1205078"/>
            <a:chOff x="9966968" y="1702148"/>
            <a:chExt cx="470874" cy="1205078"/>
          </a:xfrm>
        </p:grpSpPr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30ED23BE-F21B-A220-C179-66309CE316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46" name="Oval 1045">
                <a:extLst>
                  <a:ext uri="{FF2B5EF4-FFF2-40B4-BE49-F238E27FC236}">
                    <a16:creationId xmlns:a16="http://schemas.microsoft.com/office/drawing/2014/main" id="{FFD33487-A68F-B339-55CE-79AAF1969F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47" name="Picture 1046">
                <a:extLst>
                  <a:ext uri="{FF2B5EF4-FFF2-40B4-BE49-F238E27FC236}">
                    <a16:creationId xmlns:a16="http://schemas.microsoft.com/office/drawing/2014/main" id="{6C47B377-08D1-A40C-B36C-8908E6334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AF152C0A-962B-DF91-1C2A-AFD68320E5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42" name="Group 1041">
                <a:extLst>
                  <a:ext uri="{FF2B5EF4-FFF2-40B4-BE49-F238E27FC236}">
                    <a16:creationId xmlns:a16="http://schemas.microsoft.com/office/drawing/2014/main" id="{830A0D1C-9592-2F0A-2BB3-5CF2887219A4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C443D6B1-42A0-DEB8-BBFD-6FC92DC0FB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>
                  <a:extLst>
                    <a:ext uri="{FF2B5EF4-FFF2-40B4-BE49-F238E27FC236}">
                      <a16:creationId xmlns:a16="http://schemas.microsoft.com/office/drawing/2014/main" id="{B7263616-4B8A-9332-1003-9838D783A0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9848568B-4F94-E01D-0DA2-72D05275971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BD47D003-79CE-AED3-B90C-920AC2A6ABA3}"/>
                </a:ext>
              </a:extLst>
            </p:cNvPr>
            <p:cNvCxnSpPr>
              <a:cxnSpLocks/>
              <a:stCxn id="1046" idx="4"/>
              <a:endCxn id="1044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6578D1DE-7521-C94C-6104-A19970117EC9}"/>
              </a:ext>
            </a:extLst>
          </p:cNvPr>
          <p:cNvGrpSpPr/>
          <p:nvPr/>
        </p:nvGrpSpPr>
        <p:grpSpPr>
          <a:xfrm>
            <a:off x="9825613" y="2468088"/>
            <a:ext cx="470874" cy="1205078"/>
            <a:chOff x="9966968" y="1702148"/>
            <a:chExt cx="470874" cy="1205078"/>
          </a:xfrm>
        </p:grpSpPr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5F97EC1D-8CEE-A67D-DAC6-ACD4D6649A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9C05F29A-D136-44F6-C518-5F8032C24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5" name="Picture 1064">
                <a:extLst>
                  <a:ext uri="{FF2B5EF4-FFF2-40B4-BE49-F238E27FC236}">
                    <a16:creationId xmlns:a16="http://schemas.microsoft.com/office/drawing/2014/main" id="{AC25D8A3-4AEE-6CE9-A035-9F0361CCA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AA0B5B0A-3E13-D7FE-B7EC-D28AD25BE3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53" name="Group 1052">
                <a:extLst>
                  <a:ext uri="{FF2B5EF4-FFF2-40B4-BE49-F238E27FC236}">
                    <a16:creationId xmlns:a16="http://schemas.microsoft.com/office/drawing/2014/main" id="{168DCFC2-52C2-8BC9-BAE9-EE57BC2E667D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7A3A3486-8938-42D4-D05D-671F6440773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3" name="Graphic 1062">
                  <a:extLst>
                    <a:ext uri="{FF2B5EF4-FFF2-40B4-BE49-F238E27FC236}">
                      <a16:creationId xmlns:a16="http://schemas.microsoft.com/office/drawing/2014/main" id="{C86FD67D-C423-6D1F-60EA-7A9A6C13B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4F99D3D8-4640-301B-F394-9EB047BBDD1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D14AE5AB-B528-7DD7-BE44-AF956ED6FA2F}"/>
                </a:ext>
              </a:extLst>
            </p:cNvPr>
            <p:cNvCxnSpPr>
              <a:cxnSpLocks/>
              <a:stCxn id="1064" idx="4"/>
              <a:endCxn id="106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148CE2AA-0B10-CEC8-EF4E-4A918274A8DA}"/>
              </a:ext>
            </a:extLst>
          </p:cNvPr>
          <p:cNvGrpSpPr/>
          <p:nvPr/>
        </p:nvGrpSpPr>
        <p:grpSpPr>
          <a:xfrm>
            <a:off x="8415988" y="2467466"/>
            <a:ext cx="470874" cy="1205078"/>
            <a:chOff x="9966968" y="1702148"/>
            <a:chExt cx="470874" cy="1205078"/>
          </a:xfrm>
        </p:grpSpPr>
        <p:grpSp>
          <p:nvGrpSpPr>
            <p:cNvPr id="1067" name="Group 1066">
              <a:extLst>
                <a:ext uri="{FF2B5EF4-FFF2-40B4-BE49-F238E27FC236}">
                  <a16:creationId xmlns:a16="http://schemas.microsoft.com/office/drawing/2014/main" id="{AE03D4AB-1D9A-3C2C-B343-F7966B9FFCB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07C203EC-1744-CA0B-6158-C06AB4C029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75" name="Picture 1074">
                <a:extLst>
                  <a:ext uri="{FF2B5EF4-FFF2-40B4-BE49-F238E27FC236}">
                    <a16:creationId xmlns:a16="http://schemas.microsoft.com/office/drawing/2014/main" id="{2981E891-4A3D-5A54-4A51-B88E223F36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68" name="Group 1067">
              <a:extLst>
                <a:ext uri="{FF2B5EF4-FFF2-40B4-BE49-F238E27FC236}">
                  <a16:creationId xmlns:a16="http://schemas.microsoft.com/office/drawing/2014/main" id="{96854742-4519-BC53-FFA3-382D0FF64E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70" name="Group 1069">
                <a:extLst>
                  <a:ext uri="{FF2B5EF4-FFF2-40B4-BE49-F238E27FC236}">
                    <a16:creationId xmlns:a16="http://schemas.microsoft.com/office/drawing/2014/main" id="{57B89820-7BA7-D648-7FD0-F5858AED5CE6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72" name="Oval 1071">
                  <a:extLst>
                    <a:ext uri="{FF2B5EF4-FFF2-40B4-BE49-F238E27FC236}">
                      <a16:creationId xmlns:a16="http://schemas.microsoft.com/office/drawing/2014/main" id="{2EF7AED5-C4B9-42F5-653C-667C74A16E5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73" name="Graphic 1072">
                  <a:extLst>
                    <a:ext uri="{FF2B5EF4-FFF2-40B4-BE49-F238E27FC236}">
                      <a16:creationId xmlns:a16="http://schemas.microsoft.com/office/drawing/2014/main" id="{90E173B8-90A2-8703-1039-821DD06C47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195D19A0-1602-3AF1-D618-ABE0CB25BC0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F541E75-A7A7-B2CC-ACAA-1C600E23A377}"/>
                </a:ext>
              </a:extLst>
            </p:cNvPr>
            <p:cNvCxnSpPr>
              <a:cxnSpLocks/>
              <a:stCxn id="1074" idx="4"/>
              <a:endCxn id="107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6449CCB8-A7E8-01F2-5187-D48C917CBE0D}"/>
              </a:ext>
            </a:extLst>
          </p:cNvPr>
          <p:cNvCxnSpPr>
            <a:cxnSpLocks/>
            <a:stCxn id="1111" idx="2"/>
            <a:endCxn id="1064" idx="0"/>
          </p:cNvCxnSpPr>
          <p:nvPr/>
        </p:nvCxnSpPr>
        <p:spPr bwMode="auto">
          <a:xfrm flipH="1">
            <a:off x="10054213" y="2236175"/>
            <a:ext cx="5923" cy="23191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536BDA9D-F721-582F-1825-67A5EE5CFAB3}"/>
              </a:ext>
            </a:extLst>
          </p:cNvPr>
          <p:cNvCxnSpPr>
            <a:cxnSpLocks/>
            <a:stCxn id="63" idx="2"/>
            <a:endCxn id="1046" idx="0"/>
          </p:cNvCxnSpPr>
          <p:nvPr/>
        </p:nvCxnSpPr>
        <p:spPr bwMode="auto">
          <a:xfrm>
            <a:off x="10803469" y="2233850"/>
            <a:ext cx="187944" cy="23486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177751"/>
      </p:ext>
    </p:extLst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DE7D-BEDE-8422-2F34-205AADC4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9CF3E687-9870-DE77-A4DF-2175012B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B6CBC-052D-212B-654A-F3C5A94A8D80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619774-F73B-0404-154B-5D68F30B4184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61D3495-ED2C-9D3A-7A16-3C1A538964D4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03A4B9A-6762-F7EE-8C22-1876C46AF150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6C39A04-A301-18C9-838C-DF22C60AC8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0CEF0CF-003A-4D1D-3C15-58F04CA0BA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346969-31E0-56E7-2147-C85544396E80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6C17CB7-DADA-A9EB-88FC-B3012B44868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6970AC6B-A193-BDF2-5D19-F7F0BD03F56E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C595E1BD-7142-8C9C-6DEE-239DF3ED63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A1641642-EFC7-5C2F-0BAE-729429094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5C53D861-AE87-12D4-1934-854300EC76A9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855C8764-E28A-4914-5DAC-9C7F82E6019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263C812D-5701-1C80-A88E-77752B8250E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6D818996-FB39-6A0C-C0D5-A1D2C9F43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4ADE7758-8226-C746-79C0-945EACCA3FF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83BB368C-B1BC-3418-3969-F381D1A9D5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D267FE20-B85C-D14D-7BAD-5A9969FFB7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5F9379C0-B330-5031-3715-F88CC87A7FEF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BD80C63B-5BCF-3C52-E198-24F2773D2BD9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7DF586DD-8DFB-BEBC-9E3C-21A6AE24C470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5F202193-F999-6B1D-CEA1-CEB0BD6BB5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4810D85B-5B05-CE8A-DF35-B841603B9E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D39D68C6-BCD3-8F5F-2E78-EC7C3A4404CD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D6008FB7-8A9B-E55C-2562-60314DD09F3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985A0CAA-6EA9-11A0-9D78-E8483B9D3B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0FE69426-A318-D960-4C9B-88CC7DF14E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0ABEC387-FFB9-EF64-8B30-086841633E07}"/>
              </a:ext>
            </a:extLst>
          </p:cNvPr>
          <p:cNvSpPr/>
          <p:nvPr/>
        </p:nvSpPr>
        <p:spPr>
          <a:xfrm>
            <a:off x="9721510" y="1897621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C1AB0758-84ED-AB1D-CC8C-D33EDA790E62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695481C6-B886-0012-6A22-13533990EA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8043EC3E-17FC-5F54-0E26-6DB389C58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6272AC0A-A409-EEA0-6F9A-77D0B311DE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8CBCDB18-5BBC-5FEE-2692-FEB68ABFF5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7E7B5EA9-8EBE-92BE-968A-4E4A2DE02B9B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E5C592E8-B0D2-8750-31D3-12C061DC63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B818EDB0-468A-9369-2EAA-8CAB6AFB98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1C3DA198-800E-8E64-D2E7-8DABA494119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7D85582B-15FD-13C3-CE0A-7246388F34A3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5FF631DD-2B0D-8557-18EA-30E3ED35F2F5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8F183C42-88C8-F5AD-B56B-7D34EE6F12DC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 flipH="1">
            <a:off x="10060136" y="1449493"/>
            <a:ext cx="4258" cy="448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760FB3DA-80D3-1171-2C6A-96BA2FC0BE53}"/>
              </a:ext>
            </a:extLst>
          </p:cNvPr>
          <p:cNvCxnSpPr>
            <a:cxnSpLocks/>
            <a:stCxn id="41" idx="2"/>
            <a:endCxn id="1074" idx="0"/>
          </p:cNvCxnSpPr>
          <p:nvPr/>
        </p:nvCxnSpPr>
        <p:spPr bwMode="auto">
          <a:xfrm flipH="1">
            <a:off x="8644588" y="2234144"/>
            <a:ext cx="665764" cy="23332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6C3CC5-E096-E39F-AA0F-500BB8121979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998D219-5A98-A1FE-2139-09945F0BDF8E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BFCC3A2-E9A5-5247-ACCC-3B91A38145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552CD65D-87FD-5549-2916-41559A2672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1F72BF-3A8F-4783-AEDE-A3555912ECFF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B0A27FBD-5F3C-4CEB-4E7A-FFF057666126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C42672-48E1-37B7-4209-C43F5A2F22D8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1EDE0-98D9-FD11-EFEF-2B6823A183F8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01574-549E-3B52-3670-1C896CFAADB8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C444D-8909-B088-F3EC-BB139711C398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11E746-BFF7-EE20-B2FF-C91F93B8BF28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952C7-E92F-BDF0-68C1-7B32815BB4D8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16BB9-B5E2-FAA7-F449-DC774E28CE67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EBC01AC9-B6C5-2883-DAD5-3EED630B6470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7C9639-101F-992B-9790-336EAD5C3017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89B00A-E673-0D7B-206C-71C5D1FB67C8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BA12EB-9C8B-88C5-81DC-37AC8713B3BA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AEC56E-3954-86C8-208B-F457AB5CF47C}"/>
              </a:ext>
            </a:extLst>
          </p:cNvPr>
          <p:cNvCxnSpPr>
            <a:cxnSpLocks/>
            <a:stCxn id="1123" idx="5"/>
            <a:endCxn id="63" idx="0"/>
          </p:cNvCxnSpPr>
          <p:nvPr/>
        </p:nvCxnSpPr>
        <p:spPr bwMode="auto">
          <a:xfrm>
            <a:off x="10226980" y="1382147"/>
            <a:ext cx="576489" cy="51314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CE918DB-E174-8D0D-CB78-F83995165EA0}"/>
              </a:ext>
            </a:extLst>
          </p:cNvPr>
          <p:cNvSpPr/>
          <p:nvPr/>
        </p:nvSpPr>
        <p:spPr>
          <a:xfrm>
            <a:off x="10464843" y="189529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55DCE035-E874-ADA1-75FC-2E3C900C81FF}"/>
              </a:ext>
            </a:extLst>
          </p:cNvPr>
          <p:cNvGrpSpPr/>
          <p:nvPr/>
        </p:nvGrpSpPr>
        <p:grpSpPr>
          <a:xfrm>
            <a:off x="10762813" y="2468710"/>
            <a:ext cx="470874" cy="1205078"/>
            <a:chOff x="9966968" y="1702148"/>
            <a:chExt cx="470874" cy="1205078"/>
          </a:xfrm>
        </p:grpSpPr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CF500805-D848-4976-4BC4-85410181648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46" name="Oval 1045">
                <a:extLst>
                  <a:ext uri="{FF2B5EF4-FFF2-40B4-BE49-F238E27FC236}">
                    <a16:creationId xmlns:a16="http://schemas.microsoft.com/office/drawing/2014/main" id="{D9C03809-3BAA-0A84-1D31-FD2076CD84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47" name="Picture 1046">
                <a:extLst>
                  <a:ext uri="{FF2B5EF4-FFF2-40B4-BE49-F238E27FC236}">
                    <a16:creationId xmlns:a16="http://schemas.microsoft.com/office/drawing/2014/main" id="{C80245C6-474A-CDE4-55F1-DB731993FF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CC3469DE-D99D-4E12-82CC-B003A9D5DD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42" name="Group 1041">
                <a:extLst>
                  <a:ext uri="{FF2B5EF4-FFF2-40B4-BE49-F238E27FC236}">
                    <a16:creationId xmlns:a16="http://schemas.microsoft.com/office/drawing/2014/main" id="{FC654D1B-93EF-AC27-669C-FA54EE193392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49599153-4084-61B5-05C5-989C772B8D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>
                  <a:extLst>
                    <a:ext uri="{FF2B5EF4-FFF2-40B4-BE49-F238E27FC236}">
                      <a16:creationId xmlns:a16="http://schemas.microsoft.com/office/drawing/2014/main" id="{A406D15E-0D48-9B5B-AD5F-E63AA107A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6E1C6986-32AB-99A8-EC20-C7260CB708C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AC046354-AE0F-409C-13E9-68BDAD772F75}"/>
                </a:ext>
              </a:extLst>
            </p:cNvPr>
            <p:cNvCxnSpPr>
              <a:cxnSpLocks/>
              <a:stCxn id="1046" idx="4"/>
              <a:endCxn id="1044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98A54725-5C87-1092-D7B7-EFC42810847B}"/>
              </a:ext>
            </a:extLst>
          </p:cNvPr>
          <p:cNvGrpSpPr/>
          <p:nvPr/>
        </p:nvGrpSpPr>
        <p:grpSpPr>
          <a:xfrm>
            <a:off x="9825613" y="2468088"/>
            <a:ext cx="470874" cy="1205078"/>
            <a:chOff x="9966968" y="1702148"/>
            <a:chExt cx="470874" cy="1205078"/>
          </a:xfrm>
        </p:grpSpPr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1A7A0C8E-043D-4074-ECC1-CE1269F1E0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DD53ECCE-C592-F2E5-505E-C45053FF1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5" name="Picture 1064">
                <a:extLst>
                  <a:ext uri="{FF2B5EF4-FFF2-40B4-BE49-F238E27FC236}">
                    <a16:creationId xmlns:a16="http://schemas.microsoft.com/office/drawing/2014/main" id="{DD39CB74-7FD7-6590-A89A-814A04D85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9737DA5C-C1B0-DAB7-7932-33C5DFA40A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53" name="Group 1052">
                <a:extLst>
                  <a:ext uri="{FF2B5EF4-FFF2-40B4-BE49-F238E27FC236}">
                    <a16:creationId xmlns:a16="http://schemas.microsoft.com/office/drawing/2014/main" id="{B1E1E725-2DE4-F0F4-E4CD-B408CEFB6D22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3EAF0B14-7775-452E-3765-2F8FB18AACE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3" name="Graphic 1062">
                  <a:extLst>
                    <a:ext uri="{FF2B5EF4-FFF2-40B4-BE49-F238E27FC236}">
                      <a16:creationId xmlns:a16="http://schemas.microsoft.com/office/drawing/2014/main" id="{55792CA1-C56B-26C1-0EAF-DB6C3C91EA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0B35C66A-B196-8A41-5FFE-A8A59E603B9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5D6315C2-4A68-3E9E-D431-6CB8D7FBA727}"/>
                </a:ext>
              </a:extLst>
            </p:cNvPr>
            <p:cNvCxnSpPr>
              <a:cxnSpLocks/>
              <a:stCxn id="1064" idx="4"/>
              <a:endCxn id="106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4A75DE52-2060-BCA3-9F0F-6910B2B43A47}"/>
              </a:ext>
            </a:extLst>
          </p:cNvPr>
          <p:cNvGrpSpPr/>
          <p:nvPr/>
        </p:nvGrpSpPr>
        <p:grpSpPr>
          <a:xfrm>
            <a:off x="8415988" y="2467466"/>
            <a:ext cx="470874" cy="1205078"/>
            <a:chOff x="9966968" y="1702148"/>
            <a:chExt cx="470874" cy="1205078"/>
          </a:xfrm>
        </p:grpSpPr>
        <p:grpSp>
          <p:nvGrpSpPr>
            <p:cNvPr id="1067" name="Group 1066">
              <a:extLst>
                <a:ext uri="{FF2B5EF4-FFF2-40B4-BE49-F238E27FC236}">
                  <a16:creationId xmlns:a16="http://schemas.microsoft.com/office/drawing/2014/main" id="{23E5A8FA-1548-BDEB-03C0-539867AF74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A2BBEBFE-90EB-C53E-C0AA-B706E1554F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75" name="Picture 1074">
                <a:extLst>
                  <a:ext uri="{FF2B5EF4-FFF2-40B4-BE49-F238E27FC236}">
                    <a16:creationId xmlns:a16="http://schemas.microsoft.com/office/drawing/2014/main" id="{2B0A176B-A167-87FC-6454-F0F5B6E9DC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68" name="Group 1067">
              <a:extLst>
                <a:ext uri="{FF2B5EF4-FFF2-40B4-BE49-F238E27FC236}">
                  <a16:creationId xmlns:a16="http://schemas.microsoft.com/office/drawing/2014/main" id="{A10D30E1-CD26-AD65-B789-CCE78EE3F0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70" name="Group 1069">
                <a:extLst>
                  <a:ext uri="{FF2B5EF4-FFF2-40B4-BE49-F238E27FC236}">
                    <a16:creationId xmlns:a16="http://schemas.microsoft.com/office/drawing/2014/main" id="{6E5754E7-D7D1-4680-41FE-4FFDB3F9B485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72" name="Oval 1071">
                  <a:extLst>
                    <a:ext uri="{FF2B5EF4-FFF2-40B4-BE49-F238E27FC236}">
                      <a16:creationId xmlns:a16="http://schemas.microsoft.com/office/drawing/2014/main" id="{9C8C6F71-9828-8811-5C2C-D09E5553092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73" name="Graphic 1072">
                  <a:extLst>
                    <a:ext uri="{FF2B5EF4-FFF2-40B4-BE49-F238E27FC236}">
                      <a16:creationId xmlns:a16="http://schemas.microsoft.com/office/drawing/2014/main" id="{3598C6DE-00D2-A8E8-BFA1-4381138AA1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637740A4-8D5D-C2E9-0C08-10DD7378F66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E6D7F25B-82B0-5D9C-1E9D-FDA375CBD753}"/>
                </a:ext>
              </a:extLst>
            </p:cNvPr>
            <p:cNvCxnSpPr>
              <a:cxnSpLocks/>
              <a:stCxn id="1074" idx="4"/>
              <a:endCxn id="107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1FFDFD49-54D3-6B1F-A4E6-A4947A21708B}"/>
              </a:ext>
            </a:extLst>
          </p:cNvPr>
          <p:cNvCxnSpPr>
            <a:cxnSpLocks/>
            <a:stCxn id="1111" idx="2"/>
            <a:endCxn id="1064" idx="0"/>
          </p:cNvCxnSpPr>
          <p:nvPr/>
        </p:nvCxnSpPr>
        <p:spPr bwMode="auto">
          <a:xfrm flipH="1">
            <a:off x="10054213" y="2236175"/>
            <a:ext cx="5923" cy="23191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76E0A1CA-FAB1-CDC6-CBB6-01B922980F39}"/>
              </a:ext>
            </a:extLst>
          </p:cNvPr>
          <p:cNvCxnSpPr>
            <a:cxnSpLocks/>
            <a:stCxn id="63" idx="2"/>
            <a:endCxn id="1046" idx="0"/>
          </p:cNvCxnSpPr>
          <p:nvPr/>
        </p:nvCxnSpPr>
        <p:spPr bwMode="auto">
          <a:xfrm>
            <a:off x="10803469" y="2233850"/>
            <a:ext cx="187944" cy="23486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45E33559-4EBB-DAC7-021A-68B747749B19}"/>
              </a:ext>
            </a:extLst>
          </p:cNvPr>
          <p:cNvSpPr/>
          <p:nvPr/>
        </p:nvSpPr>
        <p:spPr>
          <a:xfrm>
            <a:off x="7952899" y="4173190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C2D6894A-1367-2C49-F074-8B2B41DD0B22}"/>
              </a:ext>
            </a:extLst>
          </p:cNvPr>
          <p:cNvCxnSpPr>
            <a:cxnSpLocks/>
            <a:stCxn id="1072" idx="4"/>
            <a:endCxn id="1084" idx="0"/>
          </p:cNvCxnSpPr>
          <p:nvPr/>
        </p:nvCxnSpPr>
        <p:spPr bwMode="auto">
          <a:xfrm flipH="1">
            <a:off x="8291525" y="3672544"/>
            <a:ext cx="354407" cy="50064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E482833D-23C2-A4ED-3BB2-D9AB98A8E2BF}"/>
              </a:ext>
            </a:extLst>
          </p:cNvPr>
          <p:cNvSpPr/>
          <p:nvPr/>
        </p:nvSpPr>
        <p:spPr>
          <a:xfrm>
            <a:off x="7547663" y="3747092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1EE5E9EF-CF59-C74D-96D9-1234CD328867}"/>
              </a:ext>
            </a:extLst>
          </p:cNvPr>
          <p:cNvCxnSpPr>
            <a:cxnSpLocks/>
            <a:stCxn id="1072" idx="3"/>
            <a:endCxn id="1086" idx="0"/>
          </p:cNvCxnSpPr>
          <p:nvPr/>
        </p:nvCxnSpPr>
        <p:spPr bwMode="auto">
          <a:xfrm flipH="1">
            <a:off x="7886288" y="3605198"/>
            <a:ext cx="597057" cy="14189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F9516BEF-DFDD-273B-3CF7-A94B51CAB57B}"/>
              </a:ext>
            </a:extLst>
          </p:cNvPr>
          <p:cNvCxnSpPr>
            <a:cxnSpLocks/>
            <a:stCxn id="1072" idx="5"/>
            <a:endCxn id="1089" idx="0"/>
          </p:cNvCxnSpPr>
          <p:nvPr/>
        </p:nvCxnSpPr>
        <p:spPr bwMode="auto">
          <a:xfrm>
            <a:off x="8808518" y="3605198"/>
            <a:ext cx="213083" cy="24761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AA3EF24F-2C69-1212-0C33-D44306CAA2A4}"/>
              </a:ext>
            </a:extLst>
          </p:cNvPr>
          <p:cNvSpPr/>
          <p:nvPr/>
        </p:nvSpPr>
        <p:spPr>
          <a:xfrm>
            <a:off x="8682975" y="385281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4EFCD60C-7EFB-9631-8753-4EC2C105A2C3}"/>
              </a:ext>
            </a:extLst>
          </p:cNvPr>
          <p:cNvSpPr/>
          <p:nvPr/>
        </p:nvSpPr>
        <p:spPr>
          <a:xfrm>
            <a:off x="11396187" y="371763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ED8E37AF-B4DD-A681-5F29-62393D9CDB04}"/>
              </a:ext>
            </a:extLst>
          </p:cNvPr>
          <p:cNvCxnSpPr>
            <a:cxnSpLocks/>
            <a:stCxn id="1044" idx="5"/>
            <a:endCxn id="1090" idx="0"/>
          </p:cNvCxnSpPr>
          <p:nvPr/>
        </p:nvCxnSpPr>
        <p:spPr bwMode="auto">
          <a:xfrm>
            <a:off x="11155343" y="3606442"/>
            <a:ext cx="579470" cy="11119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324160A-CFB2-5C4A-0F1A-4CFC974400F4}"/>
              </a:ext>
            </a:extLst>
          </p:cNvPr>
          <p:cNvSpPr/>
          <p:nvPr/>
        </p:nvSpPr>
        <p:spPr>
          <a:xfrm>
            <a:off x="10560897" y="4314617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9EB81BA2-2407-54C4-4B7F-367E4F0FEE94}"/>
              </a:ext>
            </a:extLst>
          </p:cNvPr>
          <p:cNvCxnSpPr>
            <a:cxnSpLocks/>
            <a:stCxn id="1044" idx="4"/>
            <a:endCxn id="1092" idx="0"/>
          </p:cNvCxnSpPr>
          <p:nvPr/>
        </p:nvCxnSpPr>
        <p:spPr bwMode="auto">
          <a:xfrm flipH="1">
            <a:off x="10899522" y="3673788"/>
            <a:ext cx="93235" cy="64082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1AA13E08-8671-F45F-24F7-D84EC7F68477}"/>
              </a:ext>
            </a:extLst>
          </p:cNvPr>
          <p:cNvCxnSpPr>
            <a:cxnSpLocks/>
            <a:stCxn id="1044" idx="4"/>
            <a:endCxn id="1095" idx="0"/>
          </p:cNvCxnSpPr>
          <p:nvPr/>
        </p:nvCxnSpPr>
        <p:spPr bwMode="auto">
          <a:xfrm>
            <a:off x="10992757" y="3673788"/>
            <a:ext cx="367438" cy="46256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2A1E6262-4F35-696F-342B-720FBD4BEE3A}"/>
              </a:ext>
            </a:extLst>
          </p:cNvPr>
          <p:cNvSpPr/>
          <p:nvPr/>
        </p:nvSpPr>
        <p:spPr>
          <a:xfrm>
            <a:off x="11021569" y="413635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6D83418C-B0BB-1183-CC78-A888C6E9DE5D}"/>
              </a:ext>
            </a:extLst>
          </p:cNvPr>
          <p:cNvSpPr/>
          <p:nvPr/>
        </p:nvSpPr>
        <p:spPr>
          <a:xfrm>
            <a:off x="9646778" y="4221918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3B586356-76AB-AD3F-3165-2C5158E6CA3F}"/>
              </a:ext>
            </a:extLst>
          </p:cNvPr>
          <p:cNvCxnSpPr>
            <a:cxnSpLocks/>
            <a:stCxn id="1062" idx="4"/>
            <a:endCxn id="1103" idx="0"/>
          </p:cNvCxnSpPr>
          <p:nvPr/>
        </p:nvCxnSpPr>
        <p:spPr bwMode="auto">
          <a:xfrm flipH="1">
            <a:off x="9985404" y="3673166"/>
            <a:ext cx="70153" cy="54875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66FD190E-3389-495B-65DD-4AB7088E1358}"/>
              </a:ext>
            </a:extLst>
          </p:cNvPr>
          <p:cNvSpPr/>
          <p:nvPr/>
        </p:nvSpPr>
        <p:spPr>
          <a:xfrm>
            <a:off x="9014399" y="4303831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FA07E92B-04F4-27ED-EB30-A1B2C6D87353}"/>
              </a:ext>
            </a:extLst>
          </p:cNvPr>
          <p:cNvCxnSpPr>
            <a:cxnSpLocks/>
            <a:stCxn id="1062" idx="3"/>
            <a:endCxn id="1105" idx="0"/>
          </p:cNvCxnSpPr>
          <p:nvPr/>
        </p:nvCxnSpPr>
        <p:spPr bwMode="auto">
          <a:xfrm flipH="1">
            <a:off x="9353024" y="3605820"/>
            <a:ext cx="539946" cy="69801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Straight Connector 1106">
            <a:extLst>
              <a:ext uri="{FF2B5EF4-FFF2-40B4-BE49-F238E27FC236}">
                <a16:creationId xmlns:a16="http://schemas.microsoft.com/office/drawing/2014/main" id="{78B3A60D-DFEE-D251-44C6-49DFC84C8BFF}"/>
              </a:ext>
            </a:extLst>
          </p:cNvPr>
          <p:cNvCxnSpPr>
            <a:cxnSpLocks/>
            <a:stCxn id="1062" idx="5"/>
            <a:endCxn id="1108" idx="0"/>
          </p:cNvCxnSpPr>
          <p:nvPr/>
        </p:nvCxnSpPr>
        <p:spPr bwMode="auto">
          <a:xfrm>
            <a:off x="10218143" y="3605820"/>
            <a:ext cx="258631" cy="30073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9FCF379C-F9B6-236A-12AA-255F954ED879}"/>
              </a:ext>
            </a:extLst>
          </p:cNvPr>
          <p:cNvSpPr/>
          <p:nvPr/>
        </p:nvSpPr>
        <p:spPr>
          <a:xfrm>
            <a:off x="10138148" y="390655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545025028"/>
      </p:ext>
    </p:extLst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0768-23B8-D314-25B0-DEFF1DF7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A0E9A5BA-CE27-BA8E-F3BB-3ADD19F2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9824601" cy="523220"/>
          </a:xfrm>
        </p:spPr>
        <p:txBody>
          <a:bodyPr>
            <a:noAutofit/>
          </a:bodyPr>
          <a:lstStyle/>
          <a:p>
            <a:r>
              <a:rPr lang="en-US" sz="4400" dirty="0"/>
              <a:t>PDDL Generation: Beyond Single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EA732-28FF-CBDC-DDE9-C117734B0B73}"/>
              </a:ext>
            </a:extLst>
          </p:cNvPr>
          <p:cNvSpPr txBox="1"/>
          <p:nvPr/>
        </p:nvSpPr>
        <p:spPr>
          <a:xfrm>
            <a:off x="8869147" y="6357637"/>
            <a:ext cx="270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Oswald et al, WM@ICLR 2026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69BC73-E3C2-71BF-8846-A9364FE46FA0}"/>
              </a:ext>
            </a:extLst>
          </p:cNvPr>
          <p:cNvGrpSpPr/>
          <p:nvPr/>
        </p:nvGrpSpPr>
        <p:grpSpPr>
          <a:xfrm>
            <a:off x="3846380" y="847311"/>
            <a:ext cx="4654543" cy="1157440"/>
            <a:chOff x="3867400" y="5758053"/>
            <a:chExt cx="4654543" cy="115744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E4C7DEA-B36D-B431-375D-7E3375CD71FA}"/>
                </a:ext>
              </a:extLst>
            </p:cNvPr>
            <p:cNvSpPr/>
            <p:nvPr/>
          </p:nvSpPr>
          <p:spPr>
            <a:xfrm>
              <a:off x="3867400" y="5758053"/>
              <a:ext cx="4654543" cy="1045933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857312-7396-CC05-8C0C-670B9B92EAEE}"/>
                </a:ext>
              </a:extLst>
            </p:cNvPr>
            <p:cNvSpPr txBox="1"/>
            <p:nvPr/>
          </p:nvSpPr>
          <p:spPr>
            <a:xfrm>
              <a:off x="3884022" y="6152542"/>
              <a:ext cx="1111072" cy="7629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High level planning model (PDDL)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E442DF2-5D7A-AFFF-7118-3E184FAD20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72519" y="6561472"/>
              <a:ext cx="38274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C8EC0DE-E353-C346-C1E8-004125EB5F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25710" y="6577437"/>
              <a:ext cx="35599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4DB9FB9-07E1-7846-F342-4C3BCAB44BEA}"/>
                </a:ext>
              </a:extLst>
            </p:cNvPr>
            <p:cNvSpPr txBox="1"/>
            <p:nvPr/>
          </p:nvSpPr>
          <p:spPr>
            <a:xfrm>
              <a:off x="5934864" y="5809271"/>
              <a:ext cx="1631226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PDDL generator 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022ECFC-DD7D-6728-2D87-3C50EBAFB191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9810" y="6056297"/>
              <a:ext cx="2124771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DFF0515-2340-D823-3361-82EE1FADEB96}"/>
                </a:ext>
              </a:extLst>
            </p:cNvPr>
            <p:cNvGrpSpPr/>
            <p:nvPr/>
          </p:nvGrpSpPr>
          <p:grpSpPr>
            <a:xfrm>
              <a:off x="4942395" y="5907663"/>
              <a:ext cx="795114" cy="795114"/>
              <a:chOff x="4331622" y="5457042"/>
              <a:chExt cx="795114" cy="795114"/>
            </a:xfrm>
          </p:grpSpPr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395DECE-667D-ADC2-D61C-B523096FBE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331622" y="5457042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0" name="Graphic 1059">
                <a:extLst>
                  <a:ext uri="{FF2B5EF4-FFF2-40B4-BE49-F238E27FC236}">
                    <a16:creationId xmlns:a16="http://schemas.microsoft.com/office/drawing/2014/main" id="{E46B783E-AB91-8B08-6BE9-841B410D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523455" y="5645032"/>
                <a:ext cx="389817" cy="389817"/>
              </a:xfrm>
              <a:prstGeom prst="rect">
                <a:avLst/>
              </a:prstGeom>
            </p:spPr>
          </p:pic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822134FA-8764-C850-F43C-B7D02B001F90}"/>
                </a:ext>
              </a:extLst>
            </p:cNvPr>
            <p:cNvGrpSpPr/>
            <p:nvPr/>
          </p:nvGrpSpPr>
          <p:grpSpPr>
            <a:xfrm>
              <a:off x="7738573" y="6372996"/>
              <a:ext cx="773317" cy="381910"/>
              <a:chOff x="7498472" y="1277142"/>
              <a:chExt cx="773317" cy="381910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12791798-19B3-DFA8-A179-84CFDB3AF0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03A3E4E1-BE8B-6113-AD3A-B8DC2FD4EDD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7" name="Graphic 1056" descr="Transfer with solid fill">
                  <a:extLst>
                    <a:ext uri="{FF2B5EF4-FFF2-40B4-BE49-F238E27FC236}">
                      <a16:creationId xmlns:a16="http://schemas.microsoft.com/office/drawing/2014/main" id="{22A29E89-90F1-782D-0A50-6BCE97733E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1049" name="Group 1048">
                <a:extLst>
                  <a:ext uri="{FF2B5EF4-FFF2-40B4-BE49-F238E27FC236}">
                    <a16:creationId xmlns:a16="http://schemas.microsoft.com/office/drawing/2014/main" id="{E5CBEA0E-CD05-A9FC-7400-AB6B71F11E8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054" name="Oval 1053">
                  <a:extLst>
                    <a:ext uri="{FF2B5EF4-FFF2-40B4-BE49-F238E27FC236}">
                      <a16:creationId xmlns:a16="http://schemas.microsoft.com/office/drawing/2014/main" id="{26683B4C-6B0E-5AB4-5C35-6107C85A4F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55" name="Graphic 1054" descr="Route (Two Pins With A Path) with solid fill">
                  <a:extLst>
                    <a:ext uri="{FF2B5EF4-FFF2-40B4-BE49-F238E27FC236}">
                      <a16:creationId xmlns:a16="http://schemas.microsoft.com/office/drawing/2014/main" id="{50B17C05-029F-DD86-D981-3F9AB06C1A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A5D36F1D-3869-C520-7642-F778EF0A4F81}"/>
                </a:ext>
              </a:extLst>
            </p:cNvPr>
            <p:cNvGrpSpPr/>
            <p:nvPr/>
          </p:nvGrpSpPr>
          <p:grpSpPr>
            <a:xfrm>
              <a:off x="6081999" y="6174696"/>
              <a:ext cx="1279971" cy="599215"/>
              <a:chOff x="5886978" y="6010571"/>
              <a:chExt cx="1279971" cy="599215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9288FDB3-A676-9276-3EED-560BB947229B}"/>
                  </a:ext>
                </a:extLst>
              </p:cNvPr>
              <p:cNvGrpSpPr/>
              <p:nvPr/>
            </p:nvGrpSpPr>
            <p:grpSpPr>
              <a:xfrm>
                <a:off x="5886978" y="6010571"/>
                <a:ext cx="1243711" cy="580510"/>
                <a:chOff x="6932095" y="4089454"/>
                <a:chExt cx="1243711" cy="580510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D8A9BB13-BFF5-FA80-7C42-1F251F74238A}"/>
                    </a:ext>
                  </a:extLst>
                </p:cNvPr>
                <p:cNvSpPr/>
                <p:nvPr/>
              </p:nvSpPr>
              <p:spPr bwMode="auto">
                <a:xfrm>
                  <a:off x="6932095" y="4089454"/>
                  <a:ext cx="1243711" cy="580510"/>
                </a:xfrm>
                <a:prstGeom prst="rect">
                  <a:avLst/>
                </a:prstGeom>
                <a:solidFill>
                  <a:srgbClr val="FFF1F1"/>
                </a:solidFill>
                <a:ln w="19050">
                  <a:solidFill>
                    <a:srgbClr val="FA4D56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35" name="Graphic 1034" descr="Magnifying glass with solid fill">
                  <a:extLst>
                    <a:ext uri="{FF2B5EF4-FFF2-40B4-BE49-F238E27FC236}">
                      <a16:creationId xmlns:a16="http://schemas.microsoft.com/office/drawing/2014/main" id="{C86340E2-2E8F-D0B1-461F-1C18768CB4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8122" y="4167936"/>
                  <a:ext cx="514069" cy="476186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FB3A9BBE-9640-28AF-24AC-C5657C27AB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409"/>
                          </a14:imgEffect>
                          <a14:imgEffect>
                            <a14:saturation sat="288000"/>
                          </a14:imgEffect>
                          <a14:imgEffect>
                            <a14:brightnessContrast bright="-39000" contrast="1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7204840" flipH="1">
                  <a:off x="7039901" y="4251008"/>
                  <a:ext cx="177732" cy="176481"/>
                </a:xfrm>
                <a:prstGeom prst="rect">
                  <a:avLst/>
                </a:prstGeom>
              </p:spPr>
            </p:pic>
          </p:grp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82A8C942-C816-7143-E51D-DAF26A23AC27}"/>
                  </a:ext>
                </a:extLst>
              </p:cNvPr>
              <p:cNvSpPr txBox="1"/>
              <p:nvPr/>
            </p:nvSpPr>
            <p:spPr>
              <a:xfrm>
                <a:off x="6214574" y="6133598"/>
                <a:ext cx="952375" cy="4761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rtlCol="0">
                <a:noAutofit/>
              </a:bodyPr>
              <a:lstStyle/>
              <a:p>
                <a:pPr algn="ctr" defTabSz="1218956">
                  <a:lnSpc>
                    <a:spcPct val="110000"/>
                  </a:lnSpc>
                  <a:buSzPct val="100000"/>
                </a:pPr>
                <a:r>
                  <a:rPr lang="en-US" sz="12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Off-the-shelf planner</a:t>
                </a: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ECC3A379-C400-5DA4-7BA0-A13861367C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4716" y="5808457"/>
              <a:ext cx="561901" cy="563643"/>
              <a:chOff x="2706216" y="2534577"/>
              <a:chExt cx="939638" cy="1039482"/>
            </a:xfrm>
          </p:grpSpPr>
          <p:sp>
            <p:nvSpPr>
              <p:cNvPr id="1029" name="Oval 1028">
                <a:extLst>
                  <a:ext uri="{FF2B5EF4-FFF2-40B4-BE49-F238E27FC236}">
                    <a16:creationId xmlns:a16="http://schemas.microsoft.com/office/drawing/2014/main" id="{19501ADC-5334-BCED-1668-DAF7F06643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26F97394-3873-FF99-85B4-F7B88FA15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D6233C9C-AA55-AAD7-F7BB-9E51C417814A}"/>
              </a:ext>
            </a:extLst>
          </p:cNvPr>
          <p:cNvSpPr/>
          <p:nvPr/>
        </p:nvSpPr>
        <p:spPr>
          <a:xfrm>
            <a:off x="9721510" y="1897621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7ADDDD5D-9341-909E-04A8-BFB3D96F3C92}"/>
              </a:ext>
            </a:extLst>
          </p:cNvPr>
          <p:cNvGrpSpPr/>
          <p:nvPr/>
        </p:nvGrpSpPr>
        <p:grpSpPr>
          <a:xfrm>
            <a:off x="9834450" y="244415"/>
            <a:ext cx="470874" cy="1205078"/>
            <a:chOff x="9966968" y="1702148"/>
            <a:chExt cx="470874" cy="1205078"/>
          </a:xfrm>
        </p:grpSpPr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2CC09B08-19BC-7829-5EDA-59D380B8DE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13" name="Oval 1112">
                <a:extLst>
                  <a:ext uri="{FF2B5EF4-FFF2-40B4-BE49-F238E27FC236}">
                    <a16:creationId xmlns:a16="http://schemas.microsoft.com/office/drawing/2014/main" id="{A7E1490B-865A-EA59-02C6-20C46A64BC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14" name="Picture 1113">
                <a:extLst>
                  <a:ext uri="{FF2B5EF4-FFF2-40B4-BE49-F238E27FC236}">
                    <a16:creationId xmlns:a16="http://schemas.microsoft.com/office/drawing/2014/main" id="{4B8D03A5-01C9-1B61-D048-825D912E3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EBB09387-C6B7-8A4F-3380-E99A2E914E2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BDA9D4A4-2F9B-BE33-D83D-27F2F0BEC013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BB04AD1B-DAFB-187F-12D2-4B847D5AC6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24" name="Graphic 1123">
                  <a:extLst>
                    <a:ext uri="{FF2B5EF4-FFF2-40B4-BE49-F238E27FC236}">
                      <a16:creationId xmlns:a16="http://schemas.microsoft.com/office/drawing/2014/main" id="{A94B3DC3-6C0C-DFFB-3F0A-A396006AAC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65740C35-9C18-6A49-3205-267D5D5CA2F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284D4178-07B7-7940-021A-773BDC0D8813}"/>
                </a:ext>
              </a:extLst>
            </p:cNvPr>
            <p:cNvCxnSpPr>
              <a:cxnSpLocks/>
              <a:stCxn id="1113" idx="4"/>
              <a:endCxn id="1123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70A738CF-C303-C704-D644-5AFA0ECF4646}"/>
              </a:ext>
            </a:extLst>
          </p:cNvPr>
          <p:cNvSpPr/>
          <p:nvPr/>
        </p:nvSpPr>
        <p:spPr>
          <a:xfrm>
            <a:off x="316434" y="4238512"/>
            <a:ext cx="805230" cy="407060"/>
          </a:xfrm>
          <a:prstGeom prst="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</a:t>
            </a:r>
          </a:p>
        </p:txBody>
      </p:sp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6F4AE96C-A375-7613-2678-4725736E490F}"/>
              </a:ext>
            </a:extLst>
          </p:cNvPr>
          <p:cNvCxnSpPr>
            <a:cxnSpLocks/>
            <a:stCxn id="1123" idx="4"/>
            <a:endCxn id="1111" idx="0"/>
          </p:cNvCxnSpPr>
          <p:nvPr/>
        </p:nvCxnSpPr>
        <p:spPr bwMode="auto">
          <a:xfrm flipH="1">
            <a:off x="10060136" y="1449493"/>
            <a:ext cx="4258" cy="44812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4618D052-EFD6-08FE-3F70-A0F275E99C8C}"/>
              </a:ext>
            </a:extLst>
          </p:cNvPr>
          <p:cNvCxnSpPr>
            <a:cxnSpLocks/>
            <a:stCxn id="41" idx="2"/>
            <a:endCxn id="1074" idx="0"/>
          </p:cNvCxnSpPr>
          <p:nvPr/>
        </p:nvCxnSpPr>
        <p:spPr bwMode="auto">
          <a:xfrm flipH="1">
            <a:off x="8644588" y="2234144"/>
            <a:ext cx="665764" cy="23332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B9D0AA-6443-E1EF-785C-904E4419C587}"/>
              </a:ext>
            </a:extLst>
          </p:cNvPr>
          <p:cNvGrpSpPr/>
          <p:nvPr/>
        </p:nvGrpSpPr>
        <p:grpSpPr>
          <a:xfrm>
            <a:off x="250951" y="3081528"/>
            <a:ext cx="914400" cy="914400"/>
            <a:chOff x="5572642" y="2539882"/>
            <a:chExt cx="914400" cy="914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2B4C4D9-C364-235A-D4B0-CD12FB549556}"/>
                </a:ext>
              </a:extLst>
            </p:cNvPr>
            <p:cNvGrpSpPr/>
            <p:nvPr/>
          </p:nvGrpSpPr>
          <p:grpSpPr>
            <a:xfrm>
              <a:off x="5572642" y="2539882"/>
              <a:ext cx="914400" cy="914400"/>
              <a:chOff x="4982889" y="7072748"/>
              <a:chExt cx="795114" cy="79511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6FA6DC2-3876-AEEF-168D-93CFA4836A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2889" y="7072748"/>
                <a:ext cx="795114" cy="795114"/>
              </a:xfrm>
              <a:prstGeom prst="ellipse">
                <a:avLst/>
              </a:prstGeom>
              <a:solidFill>
                <a:srgbClr val="FFF5E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CE6ADDE0-0513-9861-85BA-CA43F2C9F1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41310" y="7508818"/>
                <a:ext cx="323230" cy="32323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F3CD91-A825-4D60-A191-604D75BA902C}"/>
                </a:ext>
              </a:extLst>
            </p:cNvPr>
            <p:cNvSpPr txBox="1"/>
            <p:nvPr/>
          </p:nvSpPr>
          <p:spPr>
            <a:xfrm>
              <a:off x="5653770" y="2672541"/>
              <a:ext cx="796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PDDL</a:t>
              </a: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6A5DB608-D34A-62E6-7EE1-4C835E1CB89E}"/>
              </a:ext>
            </a:extLst>
          </p:cNvPr>
          <p:cNvSpPr/>
          <p:nvPr/>
        </p:nvSpPr>
        <p:spPr>
          <a:xfrm>
            <a:off x="312678" y="4888155"/>
            <a:ext cx="785400" cy="527249"/>
          </a:xfrm>
          <a:prstGeom prst="ellipse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60CA54-BA3F-64FE-7153-DE42002297E4}"/>
              </a:ext>
            </a:extLst>
          </p:cNvPr>
          <p:cNvSpPr txBox="1"/>
          <p:nvPr/>
        </p:nvSpPr>
        <p:spPr>
          <a:xfrm>
            <a:off x="346394" y="4919869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40094-3D6C-E494-585A-3EE97A29A96E}"/>
              </a:ext>
            </a:extLst>
          </p:cNvPr>
          <p:cNvSpPr txBox="1"/>
          <p:nvPr/>
        </p:nvSpPr>
        <p:spPr>
          <a:xfrm>
            <a:off x="1332493" y="2133974"/>
            <a:ext cx="3702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Semantic feedback – many 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7E985-A6A9-6D9E-008D-55F60A793D74}"/>
              </a:ext>
            </a:extLst>
          </p:cNvPr>
          <p:cNvSpPr txBox="1"/>
          <p:nvPr/>
        </p:nvSpPr>
        <p:spPr>
          <a:xfrm>
            <a:off x="1776022" y="2610021"/>
            <a:ext cx="488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been a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14409-4751-E9C1-1635-8871C9800146}"/>
              </a:ext>
            </a:extLst>
          </p:cNvPr>
          <p:cNvSpPr txBox="1"/>
          <p:nvPr/>
        </p:nvSpPr>
        <p:spPr>
          <a:xfrm>
            <a:off x="1771736" y="2993820"/>
            <a:ext cx="526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sequence of actions should have not been a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93B563-2D04-8217-13C3-FA4CFE846338}"/>
              </a:ext>
            </a:extLst>
          </p:cNvPr>
          <p:cNvSpPr/>
          <p:nvPr/>
        </p:nvSpPr>
        <p:spPr>
          <a:xfrm>
            <a:off x="316915" y="5580999"/>
            <a:ext cx="785400" cy="424551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775EC-75FC-7660-69BD-C3EC80951227}"/>
              </a:ext>
            </a:extLst>
          </p:cNvPr>
          <p:cNvSpPr txBox="1"/>
          <p:nvPr/>
        </p:nvSpPr>
        <p:spPr>
          <a:xfrm>
            <a:off x="292578" y="5654774"/>
            <a:ext cx="8340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landmarks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CD561-699B-F667-6963-51D065E5CDF1}"/>
              </a:ext>
            </a:extLst>
          </p:cNvPr>
          <p:cNvSpPr txBox="1"/>
          <p:nvPr/>
        </p:nvSpPr>
        <p:spPr>
          <a:xfrm>
            <a:off x="1771736" y="3377081"/>
            <a:ext cx="475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set of actions should have been a landmark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049EF063-433C-B790-C3A4-AC62370163FB}"/>
              </a:ext>
            </a:extLst>
          </p:cNvPr>
          <p:cNvSpPr/>
          <p:nvPr/>
        </p:nvSpPr>
        <p:spPr>
          <a:xfrm rot="16200000">
            <a:off x="3707981" y="4023539"/>
            <a:ext cx="590230" cy="429946"/>
          </a:xfrm>
          <a:prstGeom prst="leftArrow">
            <a:avLst>
              <a:gd name="adj1" fmla="val 44947"/>
              <a:gd name="adj2" fmla="val 75264"/>
            </a:avLst>
          </a:prstGeom>
          <a:ln w="19050" cap="sq" cmpd="thickThin"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C37B3-143F-1603-C3FE-48E60A22D0A3}"/>
              </a:ext>
            </a:extLst>
          </p:cNvPr>
          <p:cNvSpPr txBox="1"/>
          <p:nvPr/>
        </p:nvSpPr>
        <p:spPr>
          <a:xfrm>
            <a:off x="1847076" y="4658974"/>
            <a:ext cx="5113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 can branch on the feedback given to the model!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794635-B470-9C16-92E1-03A6BF70FC9A}"/>
              </a:ext>
            </a:extLst>
          </p:cNvPr>
          <p:cNvSpPr/>
          <p:nvPr/>
        </p:nvSpPr>
        <p:spPr>
          <a:xfrm>
            <a:off x="8971727" y="1895590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169F2D-35DE-2E37-0545-1FFB9059CAC1}"/>
              </a:ext>
            </a:extLst>
          </p:cNvPr>
          <p:cNvCxnSpPr>
            <a:cxnSpLocks/>
            <a:stCxn id="1123" idx="3"/>
            <a:endCxn id="41" idx="0"/>
          </p:cNvCxnSpPr>
          <p:nvPr/>
        </p:nvCxnSpPr>
        <p:spPr bwMode="auto">
          <a:xfrm flipH="1">
            <a:off x="9310352" y="1382147"/>
            <a:ext cx="591455" cy="5134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18BCF4B-F894-DBAB-8564-9581A5B7CE67}"/>
              </a:ext>
            </a:extLst>
          </p:cNvPr>
          <p:cNvCxnSpPr>
            <a:cxnSpLocks/>
            <a:stCxn id="1123" idx="5"/>
            <a:endCxn id="63" idx="0"/>
          </p:cNvCxnSpPr>
          <p:nvPr/>
        </p:nvCxnSpPr>
        <p:spPr bwMode="auto">
          <a:xfrm>
            <a:off x="10226980" y="1382147"/>
            <a:ext cx="576489" cy="51314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DE494CCE-915D-4576-466E-9FE175635C74}"/>
              </a:ext>
            </a:extLst>
          </p:cNvPr>
          <p:cNvSpPr/>
          <p:nvPr/>
        </p:nvSpPr>
        <p:spPr>
          <a:xfrm>
            <a:off x="10464843" y="189529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4F98815D-F4DC-BF2D-6DCE-FDB381B4F81D}"/>
              </a:ext>
            </a:extLst>
          </p:cNvPr>
          <p:cNvGrpSpPr/>
          <p:nvPr/>
        </p:nvGrpSpPr>
        <p:grpSpPr>
          <a:xfrm>
            <a:off x="10762813" y="2468710"/>
            <a:ext cx="470874" cy="1205078"/>
            <a:chOff x="9966968" y="1702148"/>
            <a:chExt cx="470874" cy="1205078"/>
          </a:xfrm>
        </p:grpSpPr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59B3CCDE-0B4F-A5E7-E3ED-5CF626FF8C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46" name="Oval 1045">
                <a:extLst>
                  <a:ext uri="{FF2B5EF4-FFF2-40B4-BE49-F238E27FC236}">
                    <a16:creationId xmlns:a16="http://schemas.microsoft.com/office/drawing/2014/main" id="{D148C767-ACDE-D6AB-64EC-8BDD704959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47" name="Picture 1046">
                <a:extLst>
                  <a:ext uri="{FF2B5EF4-FFF2-40B4-BE49-F238E27FC236}">
                    <a16:creationId xmlns:a16="http://schemas.microsoft.com/office/drawing/2014/main" id="{3E9E2FE0-A724-CF67-3652-3D167AE3C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D770FE87-DB67-7954-0045-D5AB3B09D1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42" name="Group 1041">
                <a:extLst>
                  <a:ext uri="{FF2B5EF4-FFF2-40B4-BE49-F238E27FC236}">
                    <a16:creationId xmlns:a16="http://schemas.microsoft.com/office/drawing/2014/main" id="{BA482D48-6B4E-B88C-41EB-D158A3F19A64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44" name="Oval 1043">
                  <a:extLst>
                    <a:ext uri="{FF2B5EF4-FFF2-40B4-BE49-F238E27FC236}">
                      <a16:creationId xmlns:a16="http://schemas.microsoft.com/office/drawing/2014/main" id="{6973624C-6047-3125-4F89-3D2EA3E402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45" name="Graphic 1044">
                  <a:extLst>
                    <a:ext uri="{FF2B5EF4-FFF2-40B4-BE49-F238E27FC236}">
                      <a16:creationId xmlns:a16="http://schemas.microsoft.com/office/drawing/2014/main" id="{33C9A6B1-DE46-2F1F-5509-CB15BB42D8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5756F597-492D-CEFF-436A-960B694D4F9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7CA858FA-12E2-CD6C-9A80-05F27B56E376}"/>
                </a:ext>
              </a:extLst>
            </p:cNvPr>
            <p:cNvCxnSpPr>
              <a:cxnSpLocks/>
              <a:stCxn id="1046" idx="4"/>
              <a:endCxn id="1044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59F63DFF-7702-22C5-720B-A44BA9EAE756}"/>
              </a:ext>
            </a:extLst>
          </p:cNvPr>
          <p:cNvGrpSpPr/>
          <p:nvPr/>
        </p:nvGrpSpPr>
        <p:grpSpPr>
          <a:xfrm>
            <a:off x="9825613" y="2468088"/>
            <a:ext cx="470874" cy="1205078"/>
            <a:chOff x="9966968" y="1702148"/>
            <a:chExt cx="470874" cy="1205078"/>
          </a:xfrm>
        </p:grpSpPr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E6858F7D-46A6-95DA-3C38-D772645F8B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0D60B315-EACC-C68D-409E-8167A3424B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65" name="Picture 1064">
                <a:extLst>
                  <a:ext uri="{FF2B5EF4-FFF2-40B4-BE49-F238E27FC236}">
                    <a16:creationId xmlns:a16="http://schemas.microsoft.com/office/drawing/2014/main" id="{E0D7DD53-FCEA-FFDB-6BE9-5987836802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143CBFF7-52B6-0657-9742-9FAD6BD03B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53" name="Group 1052">
                <a:extLst>
                  <a:ext uri="{FF2B5EF4-FFF2-40B4-BE49-F238E27FC236}">
                    <a16:creationId xmlns:a16="http://schemas.microsoft.com/office/drawing/2014/main" id="{C6989E15-E401-D677-40D6-24D672C7D0E7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8289FE1D-1577-5F0B-DC79-9FA4FBC7B5B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63" name="Graphic 1062">
                  <a:extLst>
                    <a:ext uri="{FF2B5EF4-FFF2-40B4-BE49-F238E27FC236}">
                      <a16:creationId xmlns:a16="http://schemas.microsoft.com/office/drawing/2014/main" id="{DA023C3A-1604-C7A6-6A3B-9ABD9EE1B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92F6F17F-5AE7-8E79-CC59-03D680FAF80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A8300AB6-92D7-A8A7-ECBD-C7CBD73E015C}"/>
                </a:ext>
              </a:extLst>
            </p:cNvPr>
            <p:cNvCxnSpPr>
              <a:cxnSpLocks/>
              <a:stCxn id="1064" idx="4"/>
              <a:endCxn id="106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54BF4C7D-71E5-C792-9998-6E4BE6DBC732}"/>
              </a:ext>
            </a:extLst>
          </p:cNvPr>
          <p:cNvGrpSpPr/>
          <p:nvPr/>
        </p:nvGrpSpPr>
        <p:grpSpPr>
          <a:xfrm>
            <a:off x="8415988" y="2467466"/>
            <a:ext cx="470874" cy="1205078"/>
            <a:chOff x="9966968" y="1702148"/>
            <a:chExt cx="470874" cy="1205078"/>
          </a:xfrm>
        </p:grpSpPr>
        <p:grpSp>
          <p:nvGrpSpPr>
            <p:cNvPr id="1067" name="Group 1066">
              <a:extLst>
                <a:ext uri="{FF2B5EF4-FFF2-40B4-BE49-F238E27FC236}">
                  <a16:creationId xmlns:a16="http://schemas.microsoft.com/office/drawing/2014/main" id="{F845FB1B-A656-83F4-336B-379DD01615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7C96F4E0-0B4E-6C64-2BA1-BEFCC6F55F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75" name="Picture 1074">
                <a:extLst>
                  <a:ext uri="{FF2B5EF4-FFF2-40B4-BE49-F238E27FC236}">
                    <a16:creationId xmlns:a16="http://schemas.microsoft.com/office/drawing/2014/main" id="{A4E469D1-6CB2-EDA7-9893-CAF43C0B7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068" name="Group 1067">
              <a:extLst>
                <a:ext uri="{FF2B5EF4-FFF2-40B4-BE49-F238E27FC236}">
                  <a16:creationId xmlns:a16="http://schemas.microsoft.com/office/drawing/2014/main" id="{E2F00176-7258-B5A5-E886-00182FCFEF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070" name="Group 1069">
                <a:extLst>
                  <a:ext uri="{FF2B5EF4-FFF2-40B4-BE49-F238E27FC236}">
                    <a16:creationId xmlns:a16="http://schemas.microsoft.com/office/drawing/2014/main" id="{4D152CEA-E4E5-BEE4-B678-00949D345A9B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072" name="Oval 1071">
                  <a:extLst>
                    <a:ext uri="{FF2B5EF4-FFF2-40B4-BE49-F238E27FC236}">
                      <a16:creationId xmlns:a16="http://schemas.microsoft.com/office/drawing/2014/main" id="{E0C1838D-1EDA-40BE-1BA4-A72D6170E23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073" name="Graphic 1072">
                  <a:extLst>
                    <a:ext uri="{FF2B5EF4-FFF2-40B4-BE49-F238E27FC236}">
                      <a16:creationId xmlns:a16="http://schemas.microsoft.com/office/drawing/2014/main" id="{7DA0419D-EC73-9E06-04E2-A3ECBAD837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41C2F13F-E997-0F29-8A90-6E27227D12C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AAD49F7E-56EA-E698-4409-E0B26D474187}"/>
                </a:ext>
              </a:extLst>
            </p:cNvPr>
            <p:cNvCxnSpPr>
              <a:cxnSpLocks/>
              <a:stCxn id="1074" idx="4"/>
              <a:endCxn id="1072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EEE3A44F-ADC6-C844-F789-13EB69D6E548}"/>
              </a:ext>
            </a:extLst>
          </p:cNvPr>
          <p:cNvCxnSpPr>
            <a:cxnSpLocks/>
            <a:stCxn id="1111" idx="2"/>
            <a:endCxn id="1064" idx="0"/>
          </p:cNvCxnSpPr>
          <p:nvPr/>
        </p:nvCxnSpPr>
        <p:spPr bwMode="auto">
          <a:xfrm flipH="1">
            <a:off x="10054213" y="2236175"/>
            <a:ext cx="5923" cy="23191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B856A0AD-E153-5A1E-288D-6288A4CF43EB}"/>
              </a:ext>
            </a:extLst>
          </p:cNvPr>
          <p:cNvCxnSpPr>
            <a:cxnSpLocks/>
            <a:stCxn id="63" idx="2"/>
            <a:endCxn id="1046" idx="0"/>
          </p:cNvCxnSpPr>
          <p:nvPr/>
        </p:nvCxnSpPr>
        <p:spPr bwMode="auto">
          <a:xfrm>
            <a:off x="10803469" y="2233850"/>
            <a:ext cx="187944" cy="23486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620CA8A4-A43E-99A5-7DC9-9E778B976746}"/>
              </a:ext>
            </a:extLst>
          </p:cNvPr>
          <p:cNvSpPr/>
          <p:nvPr/>
        </p:nvSpPr>
        <p:spPr>
          <a:xfrm>
            <a:off x="7952899" y="4173190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7BBBA99F-8E97-5B11-1CB4-96A9B261F267}"/>
              </a:ext>
            </a:extLst>
          </p:cNvPr>
          <p:cNvCxnSpPr>
            <a:cxnSpLocks/>
            <a:stCxn id="1072" idx="4"/>
            <a:endCxn id="1084" idx="0"/>
          </p:cNvCxnSpPr>
          <p:nvPr/>
        </p:nvCxnSpPr>
        <p:spPr bwMode="auto">
          <a:xfrm flipH="1">
            <a:off x="8291525" y="3672544"/>
            <a:ext cx="354407" cy="50064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DF97AE27-DEC7-9C78-7A0A-F2FFAC96FEF7}"/>
              </a:ext>
            </a:extLst>
          </p:cNvPr>
          <p:cNvSpPr/>
          <p:nvPr/>
        </p:nvSpPr>
        <p:spPr>
          <a:xfrm>
            <a:off x="7547663" y="3747092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46C70937-8733-5BFC-0B80-CB5F51AAF6B0}"/>
              </a:ext>
            </a:extLst>
          </p:cNvPr>
          <p:cNvCxnSpPr>
            <a:cxnSpLocks/>
            <a:stCxn id="1072" idx="3"/>
            <a:endCxn id="1086" idx="0"/>
          </p:cNvCxnSpPr>
          <p:nvPr/>
        </p:nvCxnSpPr>
        <p:spPr bwMode="auto">
          <a:xfrm flipH="1">
            <a:off x="7886288" y="3605198"/>
            <a:ext cx="597057" cy="14189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18631670-5E29-B884-9CBE-CC283B0CA374}"/>
              </a:ext>
            </a:extLst>
          </p:cNvPr>
          <p:cNvCxnSpPr>
            <a:cxnSpLocks/>
            <a:stCxn id="1072" idx="5"/>
            <a:endCxn id="1089" idx="0"/>
          </p:cNvCxnSpPr>
          <p:nvPr/>
        </p:nvCxnSpPr>
        <p:spPr bwMode="auto">
          <a:xfrm>
            <a:off x="8808518" y="3605198"/>
            <a:ext cx="213083" cy="24761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E8C07A4F-19BB-FC84-EA9A-F02317D76720}"/>
              </a:ext>
            </a:extLst>
          </p:cNvPr>
          <p:cNvSpPr/>
          <p:nvPr/>
        </p:nvSpPr>
        <p:spPr>
          <a:xfrm>
            <a:off x="8682975" y="385281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0EA70255-8056-1FCF-E000-BD2A524C98A7}"/>
              </a:ext>
            </a:extLst>
          </p:cNvPr>
          <p:cNvSpPr/>
          <p:nvPr/>
        </p:nvSpPr>
        <p:spPr>
          <a:xfrm>
            <a:off x="11396187" y="3717636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C9B01A46-F71E-E71F-0CC8-C02AD944B031}"/>
              </a:ext>
            </a:extLst>
          </p:cNvPr>
          <p:cNvCxnSpPr>
            <a:cxnSpLocks/>
            <a:stCxn id="1044" idx="5"/>
            <a:endCxn id="1090" idx="0"/>
          </p:cNvCxnSpPr>
          <p:nvPr/>
        </p:nvCxnSpPr>
        <p:spPr bwMode="auto">
          <a:xfrm>
            <a:off x="11155343" y="3606442"/>
            <a:ext cx="579470" cy="11119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A8067978-66B5-FC91-660C-B425EE6FDB6E}"/>
              </a:ext>
            </a:extLst>
          </p:cNvPr>
          <p:cNvSpPr/>
          <p:nvPr/>
        </p:nvSpPr>
        <p:spPr>
          <a:xfrm>
            <a:off x="10560897" y="4314617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335AD7FD-9B3C-BCCD-E655-0238CF2FABA1}"/>
              </a:ext>
            </a:extLst>
          </p:cNvPr>
          <p:cNvCxnSpPr>
            <a:cxnSpLocks/>
            <a:stCxn id="1044" idx="4"/>
            <a:endCxn id="1092" idx="0"/>
          </p:cNvCxnSpPr>
          <p:nvPr/>
        </p:nvCxnSpPr>
        <p:spPr bwMode="auto">
          <a:xfrm flipH="1">
            <a:off x="10899522" y="3673788"/>
            <a:ext cx="93235" cy="64082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CC335DC4-954B-A24B-F7BF-D1392F133D6B}"/>
              </a:ext>
            </a:extLst>
          </p:cNvPr>
          <p:cNvCxnSpPr>
            <a:cxnSpLocks/>
            <a:stCxn id="1044" idx="4"/>
            <a:endCxn id="1095" idx="0"/>
          </p:cNvCxnSpPr>
          <p:nvPr/>
        </p:nvCxnSpPr>
        <p:spPr bwMode="auto">
          <a:xfrm>
            <a:off x="10992757" y="3673788"/>
            <a:ext cx="367438" cy="46256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9BD57B2B-065D-C6FD-EAD8-4357273E0345}"/>
              </a:ext>
            </a:extLst>
          </p:cNvPr>
          <p:cNvSpPr/>
          <p:nvPr/>
        </p:nvSpPr>
        <p:spPr>
          <a:xfrm>
            <a:off x="11021569" y="413635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2EDBB649-4E96-8FF3-8EE6-5251AC68E82C}"/>
              </a:ext>
            </a:extLst>
          </p:cNvPr>
          <p:cNvSpPr/>
          <p:nvPr/>
        </p:nvSpPr>
        <p:spPr>
          <a:xfrm>
            <a:off x="9646778" y="4221918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B78643FC-007D-9AB7-8153-3C69D14FF274}"/>
              </a:ext>
            </a:extLst>
          </p:cNvPr>
          <p:cNvCxnSpPr>
            <a:cxnSpLocks/>
            <a:stCxn id="1062" idx="4"/>
            <a:endCxn id="1103" idx="0"/>
          </p:cNvCxnSpPr>
          <p:nvPr/>
        </p:nvCxnSpPr>
        <p:spPr bwMode="auto">
          <a:xfrm flipH="1">
            <a:off x="9985404" y="3673166"/>
            <a:ext cx="70153" cy="54875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193E90DB-45AF-97FA-69BD-EA2968A1B8EB}"/>
              </a:ext>
            </a:extLst>
          </p:cNvPr>
          <p:cNvSpPr/>
          <p:nvPr/>
        </p:nvSpPr>
        <p:spPr>
          <a:xfrm>
            <a:off x="9014399" y="4303831"/>
            <a:ext cx="677250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12F07F2B-49BD-1C5E-BADA-D15402D6D9DB}"/>
              </a:ext>
            </a:extLst>
          </p:cNvPr>
          <p:cNvCxnSpPr>
            <a:cxnSpLocks/>
            <a:stCxn id="1062" idx="3"/>
            <a:endCxn id="1105" idx="0"/>
          </p:cNvCxnSpPr>
          <p:nvPr/>
        </p:nvCxnSpPr>
        <p:spPr bwMode="auto">
          <a:xfrm flipH="1">
            <a:off x="9353024" y="3605820"/>
            <a:ext cx="539946" cy="69801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Straight Connector 1106">
            <a:extLst>
              <a:ext uri="{FF2B5EF4-FFF2-40B4-BE49-F238E27FC236}">
                <a16:creationId xmlns:a16="http://schemas.microsoft.com/office/drawing/2014/main" id="{6D1DAF48-A83D-14CC-EB61-5A90383A44C0}"/>
              </a:ext>
            </a:extLst>
          </p:cNvPr>
          <p:cNvCxnSpPr>
            <a:cxnSpLocks/>
            <a:stCxn id="1062" idx="5"/>
            <a:endCxn id="1108" idx="0"/>
          </p:cNvCxnSpPr>
          <p:nvPr/>
        </p:nvCxnSpPr>
        <p:spPr bwMode="auto">
          <a:xfrm>
            <a:off x="10218143" y="3605820"/>
            <a:ext cx="258631" cy="30073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5E54A45E-0AC0-AE42-07EF-096CF4191CD0}"/>
              </a:ext>
            </a:extLst>
          </p:cNvPr>
          <p:cNvSpPr/>
          <p:nvPr/>
        </p:nvSpPr>
        <p:spPr>
          <a:xfrm>
            <a:off x="10138148" y="3906557"/>
            <a:ext cx="677251" cy="338554"/>
          </a:xfrm>
          <a:prstGeom prst="rect">
            <a:avLst/>
          </a:prstGeom>
          <a:solidFill>
            <a:schemeClr val="accent1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Feedback</a:t>
            </a:r>
          </a:p>
        </p:txBody>
      </p:sp>
      <p:grpSp>
        <p:nvGrpSpPr>
          <p:cNvPr id="1135" name="Group 1134">
            <a:extLst>
              <a:ext uri="{FF2B5EF4-FFF2-40B4-BE49-F238E27FC236}">
                <a16:creationId xmlns:a16="http://schemas.microsoft.com/office/drawing/2014/main" id="{AEB74B64-DF8C-8ACE-C8E5-5B73FE3ED607}"/>
              </a:ext>
            </a:extLst>
          </p:cNvPr>
          <p:cNvGrpSpPr/>
          <p:nvPr/>
        </p:nvGrpSpPr>
        <p:grpSpPr>
          <a:xfrm>
            <a:off x="11665569" y="4757207"/>
            <a:ext cx="470874" cy="1205078"/>
            <a:chOff x="9966968" y="1702148"/>
            <a:chExt cx="470874" cy="1205078"/>
          </a:xfrm>
        </p:grpSpPr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96C7A563-C691-E4C4-0192-A72B82E19F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143" name="Oval 1142">
                <a:extLst>
                  <a:ext uri="{FF2B5EF4-FFF2-40B4-BE49-F238E27FC236}">
                    <a16:creationId xmlns:a16="http://schemas.microsoft.com/office/drawing/2014/main" id="{400314B4-AD6E-64F0-554F-8E799DFB3A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44" name="Picture 1143">
                <a:extLst>
                  <a:ext uri="{FF2B5EF4-FFF2-40B4-BE49-F238E27FC236}">
                    <a16:creationId xmlns:a16="http://schemas.microsoft.com/office/drawing/2014/main" id="{4B9FED05-E4E3-35DD-91CB-8B22C4E58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BEA1C5F5-FCBA-24C3-82FE-7889CA2E99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139" name="Group 1138">
                <a:extLst>
                  <a:ext uri="{FF2B5EF4-FFF2-40B4-BE49-F238E27FC236}">
                    <a16:creationId xmlns:a16="http://schemas.microsoft.com/office/drawing/2014/main" id="{770BAAD7-3720-C067-8C8B-FC7B36643B85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141" name="Oval 1140">
                  <a:extLst>
                    <a:ext uri="{FF2B5EF4-FFF2-40B4-BE49-F238E27FC236}">
                      <a16:creationId xmlns:a16="http://schemas.microsoft.com/office/drawing/2014/main" id="{B7A2C4F0-0C3A-D581-7A3B-0EACC8F2AC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142" name="Graphic 1141">
                  <a:extLst>
                    <a:ext uri="{FF2B5EF4-FFF2-40B4-BE49-F238E27FC236}">
                      <a16:creationId xmlns:a16="http://schemas.microsoft.com/office/drawing/2014/main" id="{77BF7DE4-5E7C-D574-2767-A31B851F44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140" name="TextBox 1139">
                <a:extLst>
                  <a:ext uri="{FF2B5EF4-FFF2-40B4-BE49-F238E27FC236}">
                    <a16:creationId xmlns:a16="http://schemas.microsoft.com/office/drawing/2014/main" id="{A57A0F9B-446B-78CA-B117-8EA290BCE57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AE3B7602-C962-2A92-6FB6-DC7B88C35F88}"/>
                </a:ext>
              </a:extLst>
            </p:cNvPr>
            <p:cNvCxnSpPr>
              <a:cxnSpLocks/>
              <a:stCxn id="1143" idx="4"/>
              <a:endCxn id="1141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9" name="Group 1218">
            <a:extLst>
              <a:ext uri="{FF2B5EF4-FFF2-40B4-BE49-F238E27FC236}">
                <a16:creationId xmlns:a16="http://schemas.microsoft.com/office/drawing/2014/main" id="{B1D72B03-164A-49B7-4A82-0A83774A0EE1}"/>
              </a:ext>
            </a:extLst>
          </p:cNvPr>
          <p:cNvGrpSpPr/>
          <p:nvPr/>
        </p:nvGrpSpPr>
        <p:grpSpPr>
          <a:xfrm>
            <a:off x="11156234" y="4791016"/>
            <a:ext cx="470874" cy="1205078"/>
            <a:chOff x="9966968" y="1702148"/>
            <a:chExt cx="470874" cy="1205078"/>
          </a:xfrm>
        </p:grpSpPr>
        <p:grpSp>
          <p:nvGrpSpPr>
            <p:cNvPr id="1220" name="Group 1219">
              <a:extLst>
                <a:ext uri="{FF2B5EF4-FFF2-40B4-BE49-F238E27FC236}">
                  <a16:creationId xmlns:a16="http://schemas.microsoft.com/office/drawing/2014/main" id="{2C90A62C-5AED-33E9-A1CD-39E2AD871B1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27" name="Oval 1226">
                <a:extLst>
                  <a:ext uri="{FF2B5EF4-FFF2-40B4-BE49-F238E27FC236}">
                    <a16:creationId xmlns:a16="http://schemas.microsoft.com/office/drawing/2014/main" id="{2AF0D85B-0820-C2A8-34BF-D327E41935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28" name="Picture 1227">
                <a:extLst>
                  <a:ext uri="{FF2B5EF4-FFF2-40B4-BE49-F238E27FC236}">
                    <a16:creationId xmlns:a16="http://schemas.microsoft.com/office/drawing/2014/main" id="{82248889-0B2B-B432-AF96-40295DBC15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21" name="Group 1220">
              <a:extLst>
                <a:ext uri="{FF2B5EF4-FFF2-40B4-BE49-F238E27FC236}">
                  <a16:creationId xmlns:a16="http://schemas.microsoft.com/office/drawing/2014/main" id="{2D45243F-38E2-8FAC-49E6-8F7DE55BB0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4DD8F3F4-F463-EC29-C82E-A3939BFAF0E2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25" name="Oval 1224">
                  <a:extLst>
                    <a:ext uri="{FF2B5EF4-FFF2-40B4-BE49-F238E27FC236}">
                      <a16:creationId xmlns:a16="http://schemas.microsoft.com/office/drawing/2014/main" id="{12224D12-55A5-6B1E-689A-4D4DD0ABBD1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26" name="Graphic 1225">
                  <a:extLst>
                    <a:ext uri="{FF2B5EF4-FFF2-40B4-BE49-F238E27FC236}">
                      <a16:creationId xmlns:a16="http://schemas.microsoft.com/office/drawing/2014/main" id="{656F19E8-4299-DA8D-9B67-A6F92B9874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5263C709-EC2C-DEF1-1C35-2FA0107DC58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BFC384EF-161A-EC7C-7474-0B92D42A3073}"/>
                </a:ext>
              </a:extLst>
            </p:cNvPr>
            <p:cNvCxnSpPr>
              <a:cxnSpLocks/>
              <a:stCxn id="1227" idx="4"/>
              <a:endCxn id="1225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29" name="Group 1228">
            <a:extLst>
              <a:ext uri="{FF2B5EF4-FFF2-40B4-BE49-F238E27FC236}">
                <a16:creationId xmlns:a16="http://schemas.microsoft.com/office/drawing/2014/main" id="{3049B02B-C0B8-E2CF-1B62-F3657180CE9E}"/>
              </a:ext>
            </a:extLst>
          </p:cNvPr>
          <p:cNvGrpSpPr/>
          <p:nvPr/>
        </p:nvGrpSpPr>
        <p:grpSpPr>
          <a:xfrm>
            <a:off x="10624752" y="4898615"/>
            <a:ext cx="470874" cy="1205078"/>
            <a:chOff x="9966968" y="1702148"/>
            <a:chExt cx="470874" cy="1205078"/>
          </a:xfrm>
        </p:grpSpPr>
        <p:grpSp>
          <p:nvGrpSpPr>
            <p:cNvPr id="1230" name="Group 1229">
              <a:extLst>
                <a:ext uri="{FF2B5EF4-FFF2-40B4-BE49-F238E27FC236}">
                  <a16:creationId xmlns:a16="http://schemas.microsoft.com/office/drawing/2014/main" id="{6BED0AEB-A47F-8267-EE1C-C6F7047466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37" name="Oval 1236">
                <a:extLst>
                  <a:ext uri="{FF2B5EF4-FFF2-40B4-BE49-F238E27FC236}">
                    <a16:creationId xmlns:a16="http://schemas.microsoft.com/office/drawing/2014/main" id="{F1007142-B73A-4A28-92A1-0C7BA4B07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38" name="Picture 1237">
                <a:extLst>
                  <a:ext uri="{FF2B5EF4-FFF2-40B4-BE49-F238E27FC236}">
                    <a16:creationId xmlns:a16="http://schemas.microsoft.com/office/drawing/2014/main" id="{09B13746-D3B0-2EB4-5CAA-2475E19305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18349BAF-757B-A1A0-1F1F-D50F1BD537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E9366AE5-6FBB-FDFE-F9E3-4E3763BABA05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35" name="Oval 1234">
                  <a:extLst>
                    <a:ext uri="{FF2B5EF4-FFF2-40B4-BE49-F238E27FC236}">
                      <a16:creationId xmlns:a16="http://schemas.microsoft.com/office/drawing/2014/main" id="{A312F45B-267D-703E-2E30-9BE090220B4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36" name="Graphic 1235">
                  <a:extLst>
                    <a:ext uri="{FF2B5EF4-FFF2-40B4-BE49-F238E27FC236}">
                      <a16:creationId xmlns:a16="http://schemas.microsoft.com/office/drawing/2014/main" id="{2BACFB1F-EBF2-8D70-8C13-7F933D941E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34" name="TextBox 1233">
                <a:extLst>
                  <a:ext uri="{FF2B5EF4-FFF2-40B4-BE49-F238E27FC236}">
                    <a16:creationId xmlns:a16="http://schemas.microsoft.com/office/drawing/2014/main" id="{33FA6CE5-4B12-F0C7-C668-7A688651BB0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32" name="Straight Connector 1231">
              <a:extLst>
                <a:ext uri="{FF2B5EF4-FFF2-40B4-BE49-F238E27FC236}">
                  <a16:creationId xmlns:a16="http://schemas.microsoft.com/office/drawing/2014/main" id="{9E4FFDE9-7EB6-7A14-ECE4-EA0094D6DECC}"/>
                </a:ext>
              </a:extLst>
            </p:cNvPr>
            <p:cNvCxnSpPr>
              <a:cxnSpLocks/>
              <a:stCxn id="1237" idx="4"/>
              <a:endCxn id="1235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39" name="Group 1238">
            <a:extLst>
              <a:ext uri="{FF2B5EF4-FFF2-40B4-BE49-F238E27FC236}">
                <a16:creationId xmlns:a16="http://schemas.microsoft.com/office/drawing/2014/main" id="{8D1E968D-17F9-2F40-6740-79393BE41051}"/>
              </a:ext>
            </a:extLst>
          </p:cNvPr>
          <p:cNvGrpSpPr/>
          <p:nvPr/>
        </p:nvGrpSpPr>
        <p:grpSpPr>
          <a:xfrm>
            <a:off x="10104943" y="4938657"/>
            <a:ext cx="470874" cy="1205078"/>
            <a:chOff x="9966968" y="1702148"/>
            <a:chExt cx="470874" cy="1205078"/>
          </a:xfrm>
        </p:grpSpPr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FB0361EB-DF49-D111-0B9B-C8FCAA4D93E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47" name="Oval 1246">
                <a:extLst>
                  <a:ext uri="{FF2B5EF4-FFF2-40B4-BE49-F238E27FC236}">
                    <a16:creationId xmlns:a16="http://schemas.microsoft.com/office/drawing/2014/main" id="{29B406C3-7A65-8A10-B0E6-14A82304BD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48" name="Picture 1247">
                <a:extLst>
                  <a:ext uri="{FF2B5EF4-FFF2-40B4-BE49-F238E27FC236}">
                    <a16:creationId xmlns:a16="http://schemas.microsoft.com/office/drawing/2014/main" id="{B93C1EB7-93CF-6219-8FAF-92C653201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41" name="Group 1240">
              <a:extLst>
                <a:ext uri="{FF2B5EF4-FFF2-40B4-BE49-F238E27FC236}">
                  <a16:creationId xmlns:a16="http://schemas.microsoft.com/office/drawing/2014/main" id="{55AE8C89-4D52-863E-D271-8E20C635BD2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43" name="Group 1242">
                <a:extLst>
                  <a:ext uri="{FF2B5EF4-FFF2-40B4-BE49-F238E27FC236}">
                    <a16:creationId xmlns:a16="http://schemas.microsoft.com/office/drawing/2014/main" id="{6252491A-40F3-6D57-DE2A-8A07CE6273FB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45" name="Oval 1244">
                  <a:extLst>
                    <a:ext uri="{FF2B5EF4-FFF2-40B4-BE49-F238E27FC236}">
                      <a16:creationId xmlns:a16="http://schemas.microsoft.com/office/drawing/2014/main" id="{DECF9A43-5C36-ADD3-AEC4-686F112858B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46" name="Graphic 1245">
                  <a:extLst>
                    <a:ext uri="{FF2B5EF4-FFF2-40B4-BE49-F238E27FC236}">
                      <a16:creationId xmlns:a16="http://schemas.microsoft.com/office/drawing/2014/main" id="{19F67057-9F2D-5CFD-8220-F715FB86DF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44" name="TextBox 1243">
                <a:extLst>
                  <a:ext uri="{FF2B5EF4-FFF2-40B4-BE49-F238E27FC236}">
                    <a16:creationId xmlns:a16="http://schemas.microsoft.com/office/drawing/2014/main" id="{8CA13D64-54D7-E998-70C9-C4745CBE4F7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851A56F5-CE81-C13C-5261-94D265583B9A}"/>
                </a:ext>
              </a:extLst>
            </p:cNvPr>
            <p:cNvCxnSpPr>
              <a:cxnSpLocks/>
              <a:stCxn id="1247" idx="4"/>
              <a:endCxn id="1245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60" name="Group 1259">
            <a:extLst>
              <a:ext uri="{FF2B5EF4-FFF2-40B4-BE49-F238E27FC236}">
                <a16:creationId xmlns:a16="http://schemas.microsoft.com/office/drawing/2014/main" id="{D0545BE2-B4F7-074F-CD03-D8A4A02F2EE6}"/>
              </a:ext>
            </a:extLst>
          </p:cNvPr>
          <p:cNvGrpSpPr/>
          <p:nvPr/>
        </p:nvGrpSpPr>
        <p:grpSpPr>
          <a:xfrm>
            <a:off x="9589261" y="4923450"/>
            <a:ext cx="470874" cy="1205078"/>
            <a:chOff x="9966968" y="1702148"/>
            <a:chExt cx="470874" cy="1205078"/>
          </a:xfrm>
        </p:grpSpPr>
        <p:grpSp>
          <p:nvGrpSpPr>
            <p:cNvPr id="1261" name="Group 1260">
              <a:extLst>
                <a:ext uri="{FF2B5EF4-FFF2-40B4-BE49-F238E27FC236}">
                  <a16:creationId xmlns:a16="http://schemas.microsoft.com/office/drawing/2014/main" id="{F6A7485B-58CC-2064-32D3-B3C40E167D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68" name="Oval 1267">
                <a:extLst>
                  <a:ext uri="{FF2B5EF4-FFF2-40B4-BE49-F238E27FC236}">
                    <a16:creationId xmlns:a16="http://schemas.microsoft.com/office/drawing/2014/main" id="{81A00DCA-4506-850A-67A7-9D04BCB973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69" name="Picture 1268">
                <a:extLst>
                  <a:ext uri="{FF2B5EF4-FFF2-40B4-BE49-F238E27FC236}">
                    <a16:creationId xmlns:a16="http://schemas.microsoft.com/office/drawing/2014/main" id="{1820268B-E64B-2F24-1E9D-FF7C70BC2C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62" name="Group 1261">
              <a:extLst>
                <a:ext uri="{FF2B5EF4-FFF2-40B4-BE49-F238E27FC236}">
                  <a16:creationId xmlns:a16="http://schemas.microsoft.com/office/drawing/2014/main" id="{03E3A244-0AC6-E09F-22A9-7044A9982D1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64" name="Group 1263">
                <a:extLst>
                  <a:ext uri="{FF2B5EF4-FFF2-40B4-BE49-F238E27FC236}">
                    <a16:creationId xmlns:a16="http://schemas.microsoft.com/office/drawing/2014/main" id="{FFFC0EBC-E70A-311B-5482-95D587F41827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66" name="Oval 1265">
                  <a:extLst>
                    <a:ext uri="{FF2B5EF4-FFF2-40B4-BE49-F238E27FC236}">
                      <a16:creationId xmlns:a16="http://schemas.microsoft.com/office/drawing/2014/main" id="{BD7E5396-65C0-3F43-76B8-04DB7A47D63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67" name="Graphic 1266">
                  <a:extLst>
                    <a:ext uri="{FF2B5EF4-FFF2-40B4-BE49-F238E27FC236}">
                      <a16:creationId xmlns:a16="http://schemas.microsoft.com/office/drawing/2014/main" id="{05A65436-CDC8-5449-8A98-56BE58348A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65" name="TextBox 1264">
                <a:extLst>
                  <a:ext uri="{FF2B5EF4-FFF2-40B4-BE49-F238E27FC236}">
                    <a16:creationId xmlns:a16="http://schemas.microsoft.com/office/drawing/2014/main" id="{B6ABAF70-58D6-91D9-C4FF-7CC64ADCC4C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63" name="Straight Connector 1262">
              <a:extLst>
                <a:ext uri="{FF2B5EF4-FFF2-40B4-BE49-F238E27FC236}">
                  <a16:creationId xmlns:a16="http://schemas.microsoft.com/office/drawing/2014/main" id="{EC97EF69-BA86-57BB-0689-D1F1173CC68B}"/>
                </a:ext>
              </a:extLst>
            </p:cNvPr>
            <p:cNvCxnSpPr>
              <a:cxnSpLocks/>
              <a:stCxn id="1268" idx="4"/>
              <a:endCxn id="126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70" name="Group 1269">
            <a:extLst>
              <a:ext uri="{FF2B5EF4-FFF2-40B4-BE49-F238E27FC236}">
                <a16:creationId xmlns:a16="http://schemas.microsoft.com/office/drawing/2014/main" id="{95E56AD6-0B63-9193-C2A2-B11444378C23}"/>
              </a:ext>
            </a:extLst>
          </p:cNvPr>
          <p:cNvGrpSpPr/>
          <p:nvPr/>
        </p:nvGrpSpPr>
        <p:grpSpPr>
          <a:xfrm>
            <a:off x="9079920" y="4957259"/>
            <a:ext cx="470874" cy="1205078"/>
            <a:chOff x="9966968" y="1702148"/>
            <a:chExt cx="470874" cy="1205078"/>
          </a:xfrm>
        </p:grpSpPr>
        <p:grpSp>
          <p:nvGrpSpPr>
            <p:cNvPr id="1271" name="Group 1270">
              <a:extLst>
                <a:ext uri="{FF2B5EF4-FFF2-40B4-BE49-F238E27FC236}">
                  <a16:creationId xmlns:a16="http://schemas.microsoft.com/office/drawing/2014/main" id="{8D1531E3-BA8C-4A9C-0829-E06DD0A975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78" name="Oval 1277">
                <a:extLst>
                  <a:ext uri="{FF2B5EF4-FFF2-40B4-BE49-F238E27FC236}">
                    <a16:creationId xmlns:a16="http://schemas.microsoft.com/office/drawing/2014/main" id="{233C8829-B669-1361-8DBC-4A5F99C27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79" name="Picture 1278">
                <a:extLst>
                  <a:ext uri="{FF2B5EF4-FFF2-40B4-BE49-F238E27FC236}">
                    <a16:creationId xmlns:a16="http://schemas.microsoft.com/office/drawing/2014/main" id="{6CE29F41-0CEF-F89F-E5EE-13A2B1C04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72" name="Group 1271">
              <a:extLst>
                <a:ext uri="{FF2B5EF4-FFF2-40B4-BE49-F238E27FC236}">
                  <a16:creationId xmlns:a16="http://schemas.microsoft.com/office/drawing/2014/main" id="{72E1696D-3B43-D205-6062-6B7242758D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74" name="Group 1273">
                <a:extLst>
                  <a:ext uri="{FF2B5EF4-FFF2-40B4-BE49-F238E27FC236}">
                    <a16:creationId xmlns:a16="http://schemas.microsoft.com/office/drawing/2014/main" id="{0EDE6B99-0381-4269-579A-5844990D10FD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76" name="Oval 1275">
                  <a:extLst>
                    <a:ext uri="{FF2B5EF4-FFF2-40B4-BE49-F238E27FC236}">
                      <a16:creationId xmlns:a16="http://schemas.microsoft.com/office/drawing/2014/main" id="{79C69AB8-E590-8452-E1D7-298707D3F18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77" name="Graphic 1276">
                  <a:extLst>
                    <a:ext uri="{FF2B5EF4-FFF2-40B4-BE49-F238E27FC236}">
                      <a16:creationId xmlns:a16="http://schemas.microsoft.com/office/drawing/2014/main" id="{AD28EEF3-2375-4AAF-E0ED-8F5C5EF5FB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75" name="TextBox 1274">
                <a:extLst>
                  <a:ext uri="{FF2B5EF4-FFF2-40B4-BE49-F238E27FC236}">
                    <a16:creationId xmlns:a16="http://schemas.microsoft.com/office/drawing/2014/main" id="{B0079970-0DF8-1E9B-7D3B-EDF20FF792B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73" name="Straight Connector 1272">
              <a:extLst>
                <a:ext uri="{FF2B5EF4-FFF2-40B4-BE49-F238E27FC236}">
                  <a16:creationId xmlns:a16="http://schemas.microsoft.com/office/drawing/2014/main" id="{364BB6F6-E37C-AD85-CF93-4D7A5778FAF9}"/>
                </a:ext>
              </a:extLst>
            </p:cNvPr>
            <p:cNvCxnSpPr>
              <a:cxnSpLocks/>
              <a:stCxn id="1278" idx="4"/>
              <a:endCxn id="127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80" name="Group 1279">
            <a:extLst>
              <a:ext uri="{FF2B5EF4-FFF2-40B4-BE49-F238E27FC236}">
                <a16:creationId xmlns:a16="http://schemas.microsoft.com/office/drawing/2014/main" id="{891F9380-F99C-0351-8CAA-D83D152D6121}"/>
              </a:ext>
            </a:extLst>
          </p:cNvPr>
          <p:cNvGrpSpPr/>
          <p:nvPr/>
        </p:nvGrpSpPr>
        <p:grpSpPr>
          <a:xfrm>
            <a:off x="7938847" y="4892582"/>
            <a:ext cx="470874" cy="1205078"/>
            <a:chOff x="9966968" y="1702148"/>
            <a:chExt cx="470874" cy="1205078"/>
          </a:xfrm>
        </p:grpSpPr>
        <p:grpSp>
          <p:nvGrpSpPr>
            <p:cNvPr id="1281" name="Group 1280">
              <a:extLst>
                <a:ext uri="{FF2B5EF4-FFF2-40B4-BE49-F238E27FC236}">
                  <a16:creationId xmlns:a16="http://schemas.microsoft.com/office/drawing/2014/main" id="{4F7EE8D4-57B5-4AF3-6AEA-F73BA081BE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88" name="Oval 1287">
                <a:extLst>
                  <a:ext uri="{FF2B5EF4-FFF2-40B4-BE49-F238E27FC236}">
                    <a16:creationId xmlns:a16="http://schemas.microsoft.com/office/drawing/2014/main" id="{125906CE-46E6-6E53-A714-803A1F55B0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89" name="Picture 1288">
                <a:extLst>
                  <a:ext uri="{FF2B5EF4-FFF2-40B4-BE49-F238E27FC236}">
                    <a16:creationId xmlns:a16="http://schemas.microsoft.com/office/drawing/2014/main" id="{3D181429-5F91-ABF1-40BA-F3BC56A1A6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82" name="Group 1281">
              <a:extLst>
                <a:ext uri="{FF2B5EF4-FFF2-40B4-BE49-F238E27FC236}">
                  <a16:creationId xmlns:a16="http://schemas.microsoft.com/office/drawing/2014/main" id="{E9F61F62-A765-CC25-8EEF-EA86267EE87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84" name="Group 1283">
                <a:extLst>
                  <a:ext uri="{FF2B5EF4-FFF2-40B4-BE49-F238E27FC236}">
                    <a16:creationId xmlns:a16="http://schemas.microsoft.com/office/drawing/2014/main" id="{1E3F52A5-F3C0-B66C-03F1-3CA801DEEB18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86" name="Oval 1285">
                  <a:extLst>
                    <a:ext uri="{FF2B5EF4-FFF2-40B4-BE49-F238E27FC236}">
                      <a16:creationId xmlns:a16="http://schemas.microsoft.com/office/drawing/2014/main" id="{99462B11-2FC0-3471-665C-9C4A6E516E1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87" name="Graphic 1286">
                  <a:extLst>
                    <a:ext uri="{FF2B5EF4-FFF2-40B4-BE49-F238E27FC236}">
                      <a16:creationId xmlns:a16="http://schemas.microsoft.com/office/drawing/2014/main" id="{13911B6F-01BC-4E5E-2D89-DB7E87DE61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85" name="TextBox 1284">
                <a:extLst>
                  <a:ext uri="{FF2B5EF4-FFF2-40B4-BE49-F238E27FC236}">
                    <a16:creationId xmlns:a16="http://schemas.microsoft.com/office/drawing/2014/main" id="{B2102171-DA4F-5C3B-A451-12C74509730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0801F167-4B75-E526-B9D5-4906A4F09F6A}"/>
                </a:ext>
              </a:extLst>
            </p:cNvPr>
            <p:cNvCxnSpPr>
              <a:cxnSpLocks/>
              <a:stCxn id="1288" idx="4"/>
              <a:endCxn id="128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90" name="Group 1289">
            <a:extLst>
              <a:ext uri="{FF2B5EF4-FFF2-40B4-BE49-F238E27FC236}">
                <a16:creationId xmlns:a16="http://schemas.microsoft.com/office/drawing/2014/main" id="{C88461BF-45DE-2AC6-A21F-733F68AAC590}"/>
              </a:ext>
            </a:extLst>
          </p:cNvPr>
          <p:cNvGrpSpPr/>
          <p:nvPr/>
        </p:nvGrpSpPr>
        <p:grpSpPr>
          <a:xfrm>
            <a:off x="7326275" y="4839860"/>
            <a:ext cx="470874" cy="1205078"/>
            <a:chOff x="9966968" y="1702148"/>
            <a:chExt cx="470874" cy="1205078"/>
          </a:xfrm>
        </p:grpSpPr>
        <p:grpSp>
          <p:nvGrpSpPr>
            <p:cNvPr id="1291" name="Group 1290">
              <a:extLst>
                <a:ext uri="{FF2B5EF4-FFF2-40B4-BE49-F238E27FC236}">
                  <a16:creationId xmlns:a16="http://schemas.microsoft.com/office/drawing/2014/main" id="{09FA6863-5310-199B-C4BF-FCC8771E797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298" name="Oval 1297">
                <a:extLst>
                  <a:ext uri="{FF2B5EF4-FFF2-40B4-BE49-F238E27FC236}">
                    <a16:creationId xmlns:a16="http://schemas.microsoft.com/office/drawing/2014/main" id="{BDADD507-D074-D569-E965-7B21D5D61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299" name="Picture 1298">
                <a:extLst>
                  <a:ext uri="{FF2B5EF4-FFF2-40B4-BE49-F238E27FC236}">
                    <a16:creationId xmlns:a16="http://schemas.microsoft.com/office/drawing/2014/main" id="{C3D11B2C-B546-86A7-3B28-EBB86A69FC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292" name="Group 1291">
              <a:extLst>
                <a:ext uri="{FF2B5EF4-FFF2-40B4-BE49-F238E27FC236}">
                  <a16:creationId xmlns:a16="http://schemas.microsoft.com/office/drawing/2014/main" id="{A5ACF024-E5F8-A3F0-FE47-105B9549C3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294" name="Group 1293">
                <a:extLst>
                  <a:ext uri="{FF2B5EF4-FFF2-40B4-BE49-F238E27FC236}">
                    <a16:creationId xmlns:a16="http://schemas.microsoft.com/office/drawing/2014/main" id="{AC2428AC-B69F-ACA3-87D3-C3DC3B3F5F6F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296" name="Oval 1295">
                  <a:extLst>
                    <a:ext uri="{FF2B5EF4-FFF2-40B4-BE49-F238E27FC236}">
                      <a16:creationId xmlns:a16="http://schemas.microsoft.com/office/drawing/2014/main" id="{71BA9D6F-EB0B-CFE4-AF01-8BCB45AFEC6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297" name="Graphic 1296">
                  <a:extLst>
                    <a:ext uri="{FF2B5EF4-FFF2-40B4-BE49-F238E27FC236}">
                      <a16:creationId xmlns:a16="http://schemas.microsoft.com/office/drawing/2014/main" id="{8DA8C842-D9BA-A1C3-3BCB-6181E3A30D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295" name="TextBox 1294">
                <a:extLst>
                  <a:ext uri="{FF2B5EF4-FFF2-40B4-BE49-F238E27FC236}">
                    <a16:creationId xmlns:a16="http://schemas.microsoft.com/office/drawing/2014/main" id="{089AB0AD-216C-E161-A5D2-21EC17AF430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E07DAC46-AC2C-8DE5-A2AF-367587E7B22C}"/>
                </a:ext>
              </a:extLst>
            </p:cNvPr>
            <p:cNvCxnSpPr>
              <a:cxnSpLocks/>
              <a:stCxn id="1298" idx="4"/>
              <a:endCxn id="129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6FBC1794-7F81-301C-AB05-599CA43238E7}"/>
              </a:ext>
            </a:extLst>
          </p:cNvPr>
          <p:cNvGrpSpPr/>
          <p:nvPr/>
        </p:nvGrpSpPr>
        <p:grpSpPr>
          <a:xfrm>
            <a:off x="8529727" y="4813975"/>
            <a:ext cx="470874" cy="1334021"/>
            <a:chOff x="9966968" y="1702148"/>
            <a:chExt cx="470874" cy="1205078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1459A530-5C00-F257-330E-ACF3B591B3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68" y="1702148"/>
              <a:ext cx="457200" cy="458622"/>
              <a:chOff x="3844203" y="2510661"/>
              <a:chExt cx="915501" cy="918340"/>
            </a:xfrm>
          </p:grpSpPr>
          <p:sp>
            <p:nvSpPr>
              <p:cNvPr id="1308" name="Oval 1307">
                <a:extLst>
                  <a:ext uri="{FF2B5EF4-FFF2-40B4-BE49-F238E27FC236}">
                    <a16:creationId xmlns:a16="http://schemas.microsoft.com/office/drawing/2014/main" id="{55878AD4-3717-CF36-0912-9641F1F12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44203" y="2510661"/>
                <a:ext cx="915501" cy="918340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309" name="Picture 1308">
                <a:extLst>
                  <a:ext uri="{FF2B5EF4-FFF2-40B4-BE49-F238E27FC236}">
                    <a16:creationId xmlns:a16="http://schemas.microsoft.com/office/drawing/2014/main" id="{36987DFA-580D-1E7C-1A05-EA7984F9CF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5656" y="2672541"/>
                <a:ext cx="682823" cy="619150"/>
              </a:xfrm>
              <a:prstGeom prst="rect">
                <a:avLst/>
              </a:prstGeom>
            </p:spPr>
          </p:pic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67DF2131-FF60-9FB3-9ED8-D7A39064E7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66979" y="2447361"/>
              <a:ext cx="470863" cy="459865"/>
              <a:chOff x="5572637" y="2539890"/>
              <a:chExt cx="814554" cy="795528"/>
            </a:xfrm>
          </p:grpSpPr>
          <p:grpSp>
            <p:nvGrpSpPr>
              <p:cNvPr id="1304" name="Group 1303">
                <a:extLst>
                  <a:ext uri="{FF2B5EF4-FFF2-40B4-BE49-F238E27FC236}">
                    <a16:creationId xmlns:a16="http://schemas.microsoft.com/office/drawing/2014/main" id="{B1EFDB7E-FF65-12E3-76C3-F6DE82BA64D6}"/>
                  </a:ext>
                </a:extLst>
              </p:cNvPr>
              <p:cNvGrpSpPr/>
              <p:nvPr/>
            </p:nvGrpSpPr>
            <p:grpSpPr>
              <a:xfrm>
                <a:off x="5572637" y="2539890"/>
                <a:ext cx="795528" cy="795528"/>
                <a:chOff x="4982890" y="7072750"/>
                <a:chExt cx="691750" cy="691749"/>
              </a:xfrm>
            </p:grpSpPr>
            <p:sp>
              <p:nvSpPr>
                <p:cNvPr id="1306" name="Oval 1305">
                  <a:extLst>
                    <a:ext uri="{FF2B5EF4-FFF2-40B4-BE49-F238E27FC236}">
                      <a16:creationId xmlns:a16="http://schemas.microsoft.com/office/drawing/2014/main" id="{0D32E059-484B-6F61-9E58-BDCC39FCBFA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82890" y="7072750"/>
                  <a:ext cx="691750" cy="691749"/>
                </a:xfrm>
                <a:prstGeom prst="ellipse">
                  <a:avLst/>
                </a:prstGeom>
                <a:solidFill>
                  <a:srgbClr val="DEFBE6"/>
                </a:solidFill>
                <a:ln w="19050">
                  <a:solidFill>
                    <a:srgbClr val="24A148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307" name="Graphic 1306">
                  <a:extLst>
                    <a:ext uri="{FF2B5EF4-FFF2-40B4-BE49-F238E27FC236}">
                      <a16:creationId xmlns:a16="http://schemas.microsoft.com/office/drawing/2014/main" id="{919508BD-F474-ABE5-DDA0-FA44DD4ABC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2501" y="7434548"/>
                  <a:ext cx="275096" cy="275096"/>
                </a:xfrm>
                <a:prstGeom prst="rect">
                  <a:avLst/>
                </a:prstGeom>
              </p:spPr>
            </p:pic>
          </p:grpSp>
          <p:sp>
            <p:nvSpPr>
              <p:cNvPr id="1305" name="TextBox 1304">
                <a:extLst>
                  <a:ext uri="{FF2B5EF4-FFF2-40B4-BE49-F238E27FC236}">
                    <a16:creationId xmlns:a16="http://schemas.microsoft.com/office/drawing/2014/main" id="{21D716F5-C84B-971C-ADD9-9BA51A25BD5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78432" y="2620392"/>
                <a:ext cx="808759" cy="425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PDDL</a:t>
                </a:r>
              </a:p>
            </p:txBody>
          </p:sp>
        </p:grpSp>
        <p:cxnSp>
          <p:nvCxnSpPr>
            <p:cNvPr id="1303" name="Straight Connector 1302">
              <a:extLst>
                <a:ext uri="{FF2B5EF4-FFF2-40B4-BE49-F238E27FC236}">
                  <a16:creationId xmlns:a16="http://schemas.microsoft.com/office/drawing/2014/main" id="{DB358785-A722-ED22-F634-F0ED9283C9C5}"/>
                </a:ext>
              </a:extLst>
            </p:cNvPr>
            <p:cNvCxnSpPr>
              <a:cxnSpLocks/>
              <a:stCxn id="1308" idx="4"/>
              <a:endCxn id="1306" idx="0"/>
            </p:cNvCxnSpPr>
            <p:nvPr/>
          </p:nvCxnSpPr>
          <p:spPr bwMode="auto">
            <a:xfrm>
              <a:off x="10195568" y="2160770"/>
              <a:ext cx="1344" cy="2865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49D716C8-F085-5E2B-CC20-B79F69A38E17}"/>
              </a:ext>
            </a:extLst>
          </p:cNvPr>
          <p:cNvCxnSpPr>
            <a:cxnSpLocks/>
            <a:stCxn id="1086" idx="2"/>
            <a:endCxn id="1298" idx="0"/>
          </p:cNvCxnSpPr>
          <p:nvPr/>
        </p:nvCxnSpPr>
        <p:spPr bwMode="auto">
          <a:xfrm flipH="1">
            <a:off x="7554875" y="4085646"/>
            <a:ext cx="331413" cy="75421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3" name="Straight Connector 1312">
            <a:extLst>
              <a:ext uri="{FF2B5EF4-FFF2-40B4-BE49-F238E27FC236}">
                <a16:creationId xmlns:a16="http://schemas.microsoft.com/office/drawing/2014/main" id="{5EF8D461-533A-107F-6068-97052AFEEB4A}"/>
              </a:ext>
            </a:extLst>
          </p:cNvPr>
          <p:cNvCxnSpPr>
            <a:cxnSpLocks/>
            <a:stCxn id="1084" idx="2"/>
            <a:endCxn id="1288" idx="0"/>
          </p:cNvCxnSpPr>
          <p:nvPr/>
        </p:nvCxnSpPr>
        <p:spPr bwMode="auto">
          <a:xfrm flipH="1">
            <a:off x="8167447" y="4511744"/>
            <a:ext cx="124078" cy="38083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6" name="Straight Connector 1315">
            <a:extLst>
              <a:ext uri="{FF2B5EF4-FFF2-40B4-BE49-F238E27FC236}">
                <a16:creationId xmlns:a16="http://schemas.microsoft.com/office/drawing/2014/main" id="{5ACC25BB-BF38-2BAF-43A4-43CB00CC79C6}"/>
              </a:ext>
            </a:extLst>
          </p:cNvPr>
          <p:cNvCxnSpPr>
            <a:cxnSpLocks/>
            <a:stCxn id="1089" idx="2"/>
            <a:endCxn id="1308" idx="0"/>
          </p:cNvCxnSpPr>
          <p:nvPr/>
        </p:nvCxnSpPr>
        <p:spPr bwMode="auto">
          <a:xfrm flipH="1">
            <a:off x="8758327" y="4191371"/>
            <a:ext cx="263274" cy="62260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9" name="Straight Connector 1318">
            <a:extLst>
              <a:ext uri="{FF2B5EF4-FFF2-40B4-BE49-F238E27FC236}">
                <a16:creationId xmlns:a16="http://schemas.microsoft.com/office/drawing/2014/main" id="{72ABBA10-BE18-11CD-BE7F-50643D0EA522}"/>
              </a:ext>
            </a:extLst>
          </p:cNvPr>
          <p:cNvCxnSpPr>
            <a:cxnSpLocks/>
            <a:stCxn id="1105" idx="2"/>
            <a:endCxn id="1278" idx="0"/>
          </p:cNvCxnSpPr>
          <p:nvPr/>
        </p:nvCxnSpPr>
        <p:spPr bwMode="auto">
          <a:xfrm flipH="1">
            <a:off x="9308520" y="4642385"/>
            <a:ext cx="44504" cy="31487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Straight Connector 1321">
            <a:extLst>
              <a:ext uri="{FF2B5EF4-FFF2-40B4-BE49-F238E27FC236}">
                <a16:creationId xmlns:a16="http://schemas.microsoft.com/office/drawing/2014/main" id="{551BC6E1-BB9E-5F30-1765-8516AEE171B1}"/>
              </a:ext>
            </a:extLst>
          </p:cNvPr>
          <p:cNvCxnSpPr>
            <a:cxnSpLocks/>
            <a:stCxn id="1103" idx="2"/>
            <a:endCxn id="1268" idx="0"/>
          </p:cNvCxnSpPr>
          <p:nvPr/>
        </p:nvCxnSpPr>
        <p:spPr bwMode="auto">
          <a:xfrm flipH="1">
            <a:off x="9817861" y="4560472"/>
            <a:ext cx="167543" cy="36297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5" name="Straight Connector 1324">
            <a:extLst>
              <a:ext uri="{FF2B5EF4-FFF2-40B4-BE49-F238E27FC236}">
                <a16:creationId xmlns:a16="http://schemas.microsoft.com/office/drawing/2014/main" id="{64809E8F-C95E-EE84-758D-0FB9B037B3E0}"/>
              </a:ext>
            </a:extLst>
          </p:cNvPr>
          <p:cNvCxnSpPr>
            <a:cxnSpLocks/>
            <a:stCxn id="1108" idx="2"/>
            <a:endCxn id="1247" idx="0"/>
          </p:cNvCxnSpPr>
          <p:nvPr/>
        </p:nvCxnSpPr>
        <p:spPr bwMode="auto">
          <a:xfrm flipH="1">
            <a:off x="10333543" y="4245111"/>
            <a:ext cx="143231" cy="69354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8" name="Straight Connector 1327">
            <a:extLst>
              <a:ext uri="{FF2B5EF4-FFF2-40B4-BE49-F238E27FC236}">
                <a16:creationId xmlns:a16="http://schemas.microsoft.com/office/drawing/2014/main" id="{01D0B9D8-31D6-1623-5433-40B0606E1B88}"/>
              </a:ext>
            </a:extLst>
          </p:cNvPr>
          <p:cNvCxnSpPr>
            <a:cxnSpLocks/>
            <a:stCxn id="1092" idx="2"/>
            <a:endCxn id="1237" idx="0"/>
          </p:cNvCxnSpPr>
          <p:nvPr/>
        </p:nvCxnSpPr>
        <p:spPr bwMode="auto">
          <a:xfrm flipH="1">
            <a:off x="10853352" y="4653171"/>
            <a:ext cx="46170" cy="24544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1" name="Straight Connector 1330">
            <a:extLst>
              <a:ext uri="{FF2B5EF4-FFF2-40B4-BE49-F238E27FC236}">
                <a16:creationId xmlns:a16="http://schemas.microsoft.com/office/drawing/2014/main" id="{023B75EE-A913-6934-9B21-1D09436A6988}"/>
              </a:ext>
            </a:extLst>
          </p:cNvPr>
          <p:cNvCxnSpPr>
            <a:cxnSpLocks/>
            <a:stCxn id="1095" idx="2"/>
            <a:endCxn id="1228" idx="0"/>
          </p:cNvCxnSpPr>
          <p:nvPr/>
        </p:nvCxnSpPr>
        <p:spPr bwMode="auto">
          <a:xfrm>
            <a:off x="11360195" y="4474911"/>
            <a:ext cx="32187" cy="39694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4" name="Straight Connector 1333">
            <a:extLst>
              <a:ext uri="{FF2B5EF4-FFF2-40B4-BE49-F238E27FC236}">
                <a16:creationId xmlns:a16="http://schemas.microsoft.com/office/drawing/2014/main" id="{E1CCD949-F3EC-A548-10DE-6D36AA6C1DE3}"/>
              </a:ext>
            </a:extLst>
          </p:cNvPr>
          <p:cNvCxnSpPr>
            <a:cxnSpLocks/>
            <a:stCxn id="1090" idx="2"/>
            <a:endCxn id="1143" idx="0"/>
          </p:cNvCxnSpPr>
          <p:nvPr/>
        </p:nvCxnSpPr>
        <p:spPr bwMode="auto">
          <a:xfrm>
            <a:off x="11734813" y="4056190"/>
            <a:ext cx="159356" cy="70101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201677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06CA-A85F-00DD-2297-662D8106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FA04BD97-57AE-6DAE-C303-F2ED6C01965B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AB6C1F90-1089-DFA8-2797-8B39C9F0CD97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608134-661D-458F-7F31-AF2019DF7371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C1B237A-B17D-E7FC-224F-0FA19AAC4064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081D0ABA-701F-065D-560B-65E2B3944C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C4C668BA-3A3C-213D-D2CC-30E01E921B77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0140890-4B6C-2DD4-9897-952D994DB7B5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97E26916-7908-198D-DA29-9C1F2A75E652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159672F5-AC36-BD4F-A1B0-ADD40771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733F5C64-D156-3A69-4412-F11C3463E764}"/>
              </a:ext>
            </a:extLst>
          </p:cNvPr>
          <p:cNvGrpSpPr/>
          <p:nvPr/>
        </p:nvGrpSpPr>
        <p:grpSpPr>
          <a:xfrm>
            <a:off x="8510329" y="1179567"/>
            <a:ext cx="1312854" cy="665341"/>
            <a:chOff x="8546179" y="5706967"/>
            <a:chExt cx="1312854" cy="665341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BE7DE38B-2FD2-EB14-29AC-7071A58BE98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C4436ADD-EA9B-96EE-4C28-5DF046D4B2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EDD8B2EB-06F6-668A-CD20-7D230973AC6B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C6EBDA7D-0232-4544-E69E-FB0FC6A8ED28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9736F2C6-2971-B15E-DAC2-A980BE6BF486}"/>
              </a:ext>
            </a:extLst>
          </p:cNvPr>
          <p:cNvGrpSpPr/>
          <p:nvPr/>
        </p:nvGrpSpPr>
        <p:grpSpPr>
          <a:xfrm>
            <a:off x="3859200" y="1113053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A181DA8F-3110-A14C-1F75-DE6E868308FA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B07B7D-13FD-2F28-4449-2CE51EAC1D9F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63C1206-D95B-92DF-E8FE-66664F79B3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E29B7A0A-32F1-FAF1-8080-64DEFB34B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423D6C-D4F4-1884-D55F-723EB269FCDA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D4EBA0B4-4DEE-5139-8FAD-D313A05AA2E7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28D2D4E1-7721-BF56-6B52-E32033625E88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C412AF42-EBB0-F8A3-304B-03A74BF5B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D459DD1-417C-2ECD-953D-885A98B82036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E7536DC-2A89-C275-BBB7-769FF3665E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988C2AB-8BA4-0AA1-E68B-2B5157B723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88253026-0F23-F912-D04F-8ADC8BDD44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82D26F3-EF5B-BCEB-3E14-00E2A138AB3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6C42EBFF-D2A1-ACBA-4C86-E55409FDF53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228D2EA6-65A7-70BD-72F0-99881E49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DB3B5DB5-711C-9F12-EA20-D1666B76C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C711AB29-5E82-E912-C0F6-68102C934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1029DBC4-90C6-E3C2-A1DD-12DD5FAF2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4D61645-0385-B4D3-4D9C-95A91CE6F3C3}"/>
              </a:ext>
            </a:extLst>
          </p:cNvPr>
          <p:cNvGrpSpPr/>
          <p:nvPr/>
        </p:nvGrpSpPr>
        <p:grpSpPr>
          <a:xfrm>
            <a:off x="250570" y="1044978"/>
            <a:ext cx="3732270" cy="1266071"/>
            <a:chOff x="242801" y="5080048"/>
            <a:chExt cx="3732270" cy="126607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815F70-5517-B2DC-A207-09D4C0AD3696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38424-70A5-3F5D-1B3A-3533743A4BE0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6BF8E6-1F98-0524-0C57-633628FAADA9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918014-899E-70E2-9E23-81E381FB9619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3C661F-BCD9-CADB-8551-D70F1C9CD539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5425525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1523-9ACA-2715-EA98-9BB2FB51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94748873-81DE-468E-69F1-89F0F581DC39}"/>
              </a:ext>
            </a:extLst>
          </p:cNvPr>
          <p:cNvGrpSpPr/>
          <p:nvPr/>
        </p:nvGrpSpPr>
        <p:grpSpPr>
          <a:xfrm>
            <a:off x="9840567" y="856293"/>
            <a:ext cx="2255078" cy="5947936"/>
            <a:chOff x="9840567" y="856293"/>
            <a:chExt cx="2255078" cy="5947936"/>
          </a:xfrm>
        </p:grpSpPr>
        <p:sp>
          <p:nvSpPr>
            <p:cNvPr id="1084" name="Rounded Rectangle 1083">
              <a:extLst>
                <a:ext uri="{FF2B5EF4-FFF2-40B4-BE49-F238E27FC236}">
                  <a16:creationId xmlns:a16="http://schemas.microsoft.com/office/drawing/2014/main" id="{CFC56E20-D82D-3ADB-2B0B-EA2464454C48}"/>
                </a:ext>
              </a:extLst>
            </p:cNvPr>
            <p:cNvSpPr/>
            <p:nvPr/>
          </p:nvSpPr>
          <p:spPr>
            <a:xfrm>
              <a:off x="9840567" y="856293"/>
              <a:ext cx="2255078" cy="5947936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Environment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AA4E17B-5BBD-7D3B-1993-C2A12F0B8141}"/>
                </a:ext>
              </a:extLst>
            </p:cNvPr>
            <p:cNvGrpSpPr/>
            <p:nvPr/>
          </p:nvGrpSpPr>
          <p:grpSpPr>
            <a:xfrm>
              <a:off x="10555160" y="3961774"/>
              <a:ext cx="952375" cy="952375"/>
              <a:chOff x="774320" y="5375023"/>
              <a:chExt cx="952375" cy="952375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C3ACBB8-DB07-E9C2-062E-6D938876F05A}"/>
                  </a:ext>
                </a:extLst>
              </p:cNvPr>
              <p:cNvSpPr/>
              <p:nvPr/>
            </p:nvSpPr>
            <p:spPr bwMode="auto">
              <a:xfrm>
                <a:off x="774320" y="5375023"/>
                <a:ext cx="952375" cy="952375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6" name="Picture 4" descr="Expertise ">
                <a:extLst>
                  <a:ext uri="{FF2B5EF4-FFF2-40B4-BE49-F238E27FC236}">
                    <a16:creationId xmlns:a16="http://schemas.microsoft.com/office/drawing/2014/main" id="{7FF16D2F-2C94-1B0B-9008-362DBA6D51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800" y="5557836"/>
                <a:ext cx="483413" cy="5584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41C5F9FF-B529-E292-77AF-8D09644EB64C}"/>
                </a:ext>
              </a:extLst>
            </p:cNvPr>
            <p:cNvGrpSpPr/>
            <p:nvPr/>
          </p:nvGrpSpPr>
          <p:grpSpPr>
            <a:xfrm>
              <a:off x="9942470" y="2002553"/>
              <a:ext cx="2153175" cy="1237388"/>
              <a:chOff x="5347502" y="141185"/>
              <a:chExt cx="6748041" cy="2093302"/>
            </a:xfrm>
          </p:grpSpPr>
          <p:sp>
            <p:nvSpPr>
              <p:cNvPr id="1146" name="Cloud 1145">
                <a:extLst>
                  <a:ext uri="{FF2B5EF4-FFF2-40B4-BE49-F238E27FC236}">
                    <a16:creationId xmlns:a16="http://schemas.microsoft.com/office/drawing/2014/main" id="{13382B6B-8832-CA76-B747-66FD49DCBDCA}"/>
                  </a:ext>
                </a:extLst>
              </p:cNvPr>
              <p:cNvSpPr/>
              <p:nvPr/>
            </p:nvSpPr>
            <p:spPr>
              <a:xfrm>
                <a:off x="5347502" y="141185"/>
                <a:ext cx="6748041" cy="2093302"/>
              </a:xfrm>
              <a:prstGeom prst="clou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074980F9-7865-A2B8-248A-7907BAEB6699}"/>
                  </a:ext>
                </a:extLst>
              </p:cNvPr>
              <p:cNvSpPr txBox="1"/>
              <p:nvPr/>
            </p:nvSpPr>
            <p:spPr>
              <a:xfrm>
                <a:off x="5878924" y="562223"/>
                <a:ext cx="5532842" cy="1093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Planning/search problem in NL</a:t>
                </a:r>
              </a:p>
            </p:txBody>
          </p:sp>
        </p:grpSp>
      </p:grpSp>
      <p:sp>
        <p:nvSpPr>
          <p:cNvPr id="1252" name="Title 1">
            <a:extLst>
              <a:ext uri="{FF2B5EF4-FFF2-40B4-BE49-F238E27FC236}">
                <a16:creationId xmlns:a16="http://schemas.microsoft.com/office/drawing/2014/main" id="{BB38B324-226A-C5EE-F9AE-28E53267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D6CC11C3-162F-AD75-FC69-882A48B1E0F8}"/>
              </a:ext>
            </a:extLst>
          </p:cNvPr>
          <p:cNvGrpSpPr/>
          <p:nvPr/>
        </p:nvGrpSpPr>
        <p:grpSpPr>
          <a:xfrm>
            <a:off x="8510329" y="1179567"/>
            <a:ext cx="1312854" cy="665341"/>
            <a:chOff x="8546179" y="5706967"/>
            <a:chExt cx="1312854" cy="665341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DE0E36F6-D7AC-DCA1-08E3-8973B9FE444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12900" y="6357843"/>
              <a:ext cx="1246133" cy="398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A9734D1D-B0FB-3AC3-112E-CFEF2623D5A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46179" y="6023160"/>
              <a:ext cx="1272113" cy="1605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DF7C3643-35DB-9E35-2D6E-6DCDEFBBEDD5}"/>
                </a:ext>
              </a:extLst>
            </p:cNvPr>
            <p:cNvSpPr txBox="1"/>
            <p:nvPr/>
          </p:nvSpPr>
          <p:spPr>
            <a:xfrm>
              <a:off x="8602447" y="6033754"/>
              <a:ext cx="1159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Action/plan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AC55B86C-C0FD-FD3B-504C-FCF7834092BE}"/>
                </a:ext>
              </a:extLst>
            </p:cNvPr>
            <p:cNvSpPr txBox="1"/>
            <p:nvPr/>
          </p:nvSpPr>
          <p:spPr>
            <a:xfrm>
              <a:off x="8604059" y="5706967"/>
              <a:ext cx="120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Observation</a:t>
              </a:r>
            </a:p>
          </p:txBody>
        </p: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0C9E5235-6A1B-899F-7A5D-256A2A8977B5}"/>
              </a:ext>
            </a:extLst>
          </p:cNvPr>
          <p:cNvGrpSpPr/>
          <p:nvPr/>
        </p:nvGrpSpPr>
        <p:grpSpPr>
          <a:xfrm>
            <a:off x="3859200" y="1113053"/>
            <a:ext cx="4642469" cy="1061695"/>
            <a:chOff x="3880220" y="4569348"/>
            <a:chExt cx="4642469" cy="1061695"/>
          </a:xfrm>
        </p:grpSpPr>
        <p:sp>
          <p:nvSpPr>
            <p:cNvPr id="1107" name="Rounded Rectangle 1106">
              <a:extLst>
                <a:ext uri="{FF2B5EF4-FFF2-40B4-BE49-F238E27FC236}">
                  <a16:creationId xmlns:a16="http://schemas.microsoft.com/office/drawing/2014/main" id="{19BEDFF5-7124-D994-FE73-7F2E8F934C09}"/>
                </a:ext>
              </a:extLst>
            </p:cNvPr>
            <p:cNvSpPr/>
            <p:nvPr/>
          </p:nvSpPr>
          <p:spPr>
            <a:xfrm>
              <a:off x="3880220" y="4569348"/>
              <a:ext cx="4642469" cy="106169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B1A11D-C59B-7EDD-33D7-9884DBC9AFF5}"/>
                </a:ext>
              </a:extLst>
            </p:cNvPr>
            <p:cNvGrpSpPr/>
            <p:nvPr/>
          </p:nvGrpSpPr>
          <p:grpSpPr>
            <a:xfrm>
              <a:off x="5200015" y="4784955"/>
              <a:ext cx="795114" cy="795114"/>
              <a:chOff x="8251677" y="1916963"/>
              <a:chExt cx="795114" cy="79511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DE45BE2-F6EE-5F2E-5F57-FFCD618DC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51677" y="1916963"/>
                <a:ext cx="795114" cy="795114"/>
              </a:xfrm>
              <a:prstGeom prst="ellipse">
                <a:avLst/>
              </a:prstGeom>
              <a:solidFill>
                <a:srgbClr val="DEFBE6"/>
              </a:solidFill>
              <a:ln w="19050">
                <a:solidFill>
                  <a:srgbClr val="24A148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Picture 8" descr="Coding ">
                <a:extLst>
                  <a:ext uri="{FF2B5EF4-FFF2-40B4-BE49-F238E27FC236}">
                    <a16:creationId xmlns:a16="http://schemas.microsoft.com/office/drawing/2014/main" id="{9AF34178-A4A2-A390-2687-5C99AC2A9F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7821" y="2103044"/>
                <a:ext cx="406347" cy="406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5C5591-CB7F-FF26-39C5-6DC6C6037C11}"/>
                </a:ext>
              </a:extLst>
            </p:cNvPr>
            <p:cNvSpPr txBox="1"/>
            <p:nvPr/>
          </p:nvSpPr>
          <p:spPr>
            <a:xfrm>
              <a:off x="3904758" y="4894218"/>
              <a:ext cx="1396461" cy="694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Policy code</a:t>
              </a:r>
            </a:p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(domain-specific planner)</a:t>
              </a:r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413B572D-6333-85D3-5ADE-256B469B1AFD}"/>
                </a:ext>
              </a:extLst>
            </p:cNvPr>
            <p:cNvCxnSpPr>
              <a:cxnSpLocks/>
              <a:endCxn id="12" idx="7"/>
            </p:cNvCxnSpPr>
            <p:nvPr/>
          </p:nvCxnSpPr>
          <p:spPr bwMode="auto">
            <a:xfrm flipH="1">
              <a:off x="5878687" y="4894881"/>
              <a:ext cx="2007858" cy="651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C8C5B129-2510-5B2C-65EE-6C067F4F93B6}"/>
                </a:ext>
              </a:extLst>
            </p:cNvPr>
            <p:cNvSpPr txBox="1"/>
            <p:nvPr/>
          </p:nvSpPr>
          <p:spPr>
            <a:xfrm>
              <a:off x="6098536" y="4632618"/>
              <a:ext cx="1812229" cy="278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algn="ctr" defTabSz="1218956">
                <a:lnSpc>
                  <a:spcPct val="110000"/>
                </a:lnSpc>
                <a:buSzPct val="100000"/>
              </a:pPr>
              <a:r>
                <a:rPr lang="en-US" sz="1200" b="1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LLM as policy generator</a:t>
              </a:r>
            </a:p>
          </p:txBody>
        </p: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1EF64AC7-89CE-B444-CA0B-F22D3860BC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34864" y="5364385"/>
              <a:ext cx="177350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95B514B-6C90-B1E0-6BF9-40D6A672CF1F}"/>
                </a:ext>
              </a:extLst>
            </p:cNvPr>
            <p:cNvGrpSpPr/>
            <p:nvPr/>
          </p:nvGrpSpPr>
          <p:grpSpPr>
            <a:xfrm>
              <a:off x="7717032" y="5221610"/>
              <a:ext cx="773317" cy="381910"/>
              <a:chOff x="7498472" y="1277142"/>
              <a:chExt cx="773317" cy="38191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2C509C7-2036-AF61-4A8F-CEE8B03A84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890839" y="1277142"/>
                <a:ext cx="380950" cy="380433"/>
                <a:chOff x="3293553" y="4938168"/>
                <a:chExt cx="845421" cy="8454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74F2C7E-8877-439C-37DE-82530C77CD9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93553" y="4938168"/>
                  <a:ext cx="845421" cy="845419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Graphic 37" descr="Transfer with solid fill">
                  <a:extLst>
                    <a:ext uri="{FF2B5EF4-FFF2-40B4-BE49-F238E27FC236}">
                      <a16:creationId xmlns:a16="http://schemas.microsoft.com/office/drawing/2014/main" id="{90707BE8-3F53-DC06-CB74-E5B1DE013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5976" y="5157680"/>
                  <a:ext cx="457140" cy="45714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629CFA7-5917-A619-C0AF-9F581E7C1FE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98472" y="1281450"/>
                <a:ext cx="380292" cy="377602"/>
                <a:chOff x="1429103" y="4084579"/>
                <a:chExt cx="842519" cy="84252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898E7CD-79A8-5ED4-D6EC-3273E869C4C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29103" y="4084579"/>
                  <a:ext cx="842519" cy="84252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45714" tIns="45714" rIns="45714" bIns="45714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0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18" name="Graphic 17" descr="Route (Two Pins With A Path) with solid fill">
                  <a:extLst>
                    <a:ext uri="{FF2B5EF4-FFF2-40B4-BE49-F238E27FC236}">
                      <a16:creationId xmlns:a16="http://schemas.microsoft.com/office/drawing/2014/main" id="{F6727E38-8B8B-A47C-952E-6A6FFA9218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970" y="4288688"/>
                  <a:ext cx="457141" cy="45714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10EB2F5C-22C3-AE46-8491-A729EDD15B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82" y="4633098"/>
              <a:ext cx="561901" cy="563643"/>
              <a:chOff x="2706216" y="2534577"/>
              <a:chExt cx="939638" cy="1039482"/>
            </a:xfrm>
          </p:grpSpPr>
          <p:sp>
            <p:nvSpPr>
              <p:cNvPr id="1128" name="Oval 1127">
                <a:extLst>
                  <a:ext uri="{FF2B5EF4-FFF2-40B4-BE49-F238E27FC236}">
                    <a16:creationId xmlns:a16="http://schemas.microsoft.com/office/drawing/2014/main" id="{DCC39637-1820-674F-EF76-DB1A9DCA85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06216" y="2534577"/>
                <a:ext cx="939638" cy="1039482"/>
              </a:xfrm>
              <a:prstGeom prst="ellipse">
                <a:avLst/>
              </a:prstGeom>
              <a:solidFill>
                <a:srgbClr val="FFD6E8"/>
              </a:solidFill>
              <a:ln w="19050">
                <a:solidFill>
                  <a:srgbClr val="EE5396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45714" tIns="45714" rIns="45714" bIns="45714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57109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29" name="Picture 1128">
                <a:extLst>
                  <a:ext uri="{FF2B5EF4-FFF2-40B4-BE49-F238E27FC236}">
                    <a16:creationId xmlns:a16="http://schemas.microsoft.com/office/drawing/2014/main" id="{53FA2FFC-467E-2041-413A-63ECEC8AF1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3410" y="2809340"/>
                <a:ext cx="620646" cy="620646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168B6AD-53D1-F3FD-49D9-B93B8C9913A2}"/>
              </a:ext>
            </a:extLst>
          </p:cNvPr>
          <p:cNvGrpSpPr/>
          <p:nvPr/>
        </p:nvGrpSpPr>
        <p:grpSpPr>
          <a:xfrm>
            <a:off x="250570" y="1044978"/>
            <a:ext cx="3732270" cy="1266071"/>
            <a:chOff x="242801" y="5080048"/>
            <a:chExt cx="3732270" cy="126607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28A09B-E375-0564-B383-3DB59D0E659B}"/>
                </a:ext>
              </a:extLst>
            </p:cNvPr>
            <p:cNvGrpSpPr/>
            <p:nvPr/>
          </p:nvGrpSpPr>
          <p:grpSpPr>
            <a:xfrm>
              <a:off x="242801" y="5080048"/>
              <a:ext cx="3731486" cy="950229"/>
              <a:chOff x="242801" y="4580572"/>
              <a:chExt cx="3731486" cy="9502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6FDD73-834F-9A83-F306-66F35C05E202}"/>
                  </a:ext>
                </a:extLst>
              </p:cNvPr>
              <p:cNvSpPr txBox="1"/>
              <p:nvPr/>
            </p:nvSpPr>
            <p:spPr>
              <a:xfrm>
                <a:off x="242801" y="4580572"/>
                <a:ext cx="20616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Silver et al, AAAI 2024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17ABFF-2221-B807-CDB5-FE1F05F722A2}"/>
                  </a:ext>
                </a:extLst>
              </p:cNvPr>
              <p:cNvSpPr txBox="1"/>
              <p:nvPr/>
            </p:nvSpPr>
            <p:spPr>
              <a:xfrm>
                <a:off x="242801" y="4871506"/>
                <a:ext cx="21242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Hodel, BSc Thesis 2024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6CF53E-3519-A65B-CC40-D344A46F7947}"/>
                  </a:ext>
                </a:extLst>
              </p:cNvPr>
              <p:cNvSpPr txBox="1"/>
              <p:nvPr/>
            </p:nvSpPr>
            <p:spPr>
              <a:xfrm>
                <a:off x="244893" y="5192247"/>
                <a:ext cx="3729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</a:rPr>
                  <a:t>Stein et al, ICAPS 2026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91F17-A60C-790C-328D-EAD1F921BE39}"/>
                </a:ext>
              </a:extLst>
            </p:cNvPr>
            <p:cNvSpPr txBox="1"/>
            <p:nvPr/>
          </p:nvSpPr>
          <p:spPr>
            <a:xfrm>
              <a:off x="245677" y="6007565"/>
              <a:ext cx="372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Sohrabi et al, LM4Plan@ICAPS 2026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8D0880-D8EA-B65C-1017-A898EC10B103}"/>
              </a:ext>
            </a:extLst>
          </p:cNvPr>
          <p:cNvGrpSpPr/>
          <p:nvPr/>
        </p:nvGrpSpPr>
        <p:grpSpPr>
          <a:xfrm>
            <a:off x="206435" y="2966156"/>
            <a:ext cx="9491675" cy="3584005"/>
            <a:chOff x="216374" y="2827010"/>
            <a:chExt cx="9491675" cy="358400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0D41D42-79F7-672E-48D9-C3ADB55C34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314" y="2827010"/>
              <a:ext cx="9481735" cy="3584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1E8865-E21D-3A7E-18C3-01F32019337E}"/>
                </a:ext>
              </a:extLst>
            </p:cNvPr>
            <p:cNvSpPr/>
            <p:nvPr/>
          </p:nvSpPr>
          <p:spPr>
            <a:xfrm>
              <a:off x="250570" y="4035287"/>
              <a:ext cx="1429143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46F6DB-07FA-DD8C-DA47-C55FB82A0FD7}"/>
                </a:ext>
              </a:extLst>
            </p:cNvPr>
            <p:cNvSpPr txBox="1"/>
            <p:nvPr/>
          </p:nvSpPr>
          <p:spPr>
            <a:xfrm>
              <a:off x="230691" y="4040663"/>
              <a:ext cx="20616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Silver et al, AAAI 2024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A44B6C-AF28-ED87-CA4B-A5AA801A579E}"/>
                </a:ext>
              </a:extLst>
            </p:cNvPr>
            <p:cNvSpPr/>
            <p:nvPr/>
          </p:nvSpPr>
          <p:spPr>
            <a:xfrm>
              <a:off x="260508" y="6125332"/>
              <a:ext cx="1429143" cy="186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AC34D6-B670-E4C9-2AE6-300DABE190B2}"/>
                </a:ext>
              </a:extLst>
            </p:cNvPr>
            <p:cNvSpPr txBox="1"/>
            <p:nvPr/>
          </p:nvSpPr>
          <p:spPr>
            <a:xfrm>
              <a:off x="216374" y="6049132"/>
              <a:ext cx="20958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Stein et al, ICAPS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4465239"/>
      </p:ext>
    </p:extLst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6814-610A-B7A0-68F1-BCD8ADB9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87C77031-33C5-1A03-ACEB-772AF7E5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A47CA9-5611-29E2-47E8-7805383B1834}"/>
              </a:ext>
            </a:extLst>
          </p:cNvPr>
          <p:cNvGrpSpPr/>
          <p:nvPr/>
        </p:nvGrpSpPr>
        <p:grpSpPr>
          <a:xfrm>
            <a:off x="1869692" y="2108505"/>
            <a:ext cx="8452616" cy="3048980"/>
            <a:chOff x="1348676" y="3713421"/>
            <a:chExt cx="8452616" cy="30489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557F3A9-63FE-1977-C000-093FEE77F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8676" y="3713421"/>
              <a:ext cx="8452616" cy="304898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9BA50D-A56D-D15F-4EF6-C2A663881070}"/>
                </a:ext>
              </a:extLst>
            </p:cNvPr>
            <p:cNvSpPr/>
            <p:nvPr/>
          </p:nvSpPr>
          <p:spPr>
            <a:xfrm>
              <a:off x="5973702" y="4702990"/>
              <a:ext cx="879042" cy="2043358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504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C0A1B1-C3CE-F309-31CC-33CD7915AE72}"/>
              </a:ext>
            </a:extLst>
          </p:cNvPr>
          <p:cNvSpPr txBox="1"/>
          <p:nvPr/>
        </p:nvSpPr>
        <p:spPr>
          <a:xfrm>
            <a:off x="9728121" y="6359250"/>
            <a:ext cx="2095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Stein et al, ICAPS 2026</a:t>
            </a:r>
          </a:p>
        </p:txBody>
      </p:sp>
    </p:spTree>
    <p:extLst>
      <p:ext uri="{BB962C8B-B14F-4D97-AF65-F5344CB8AC3E}">
        <p14:creationId xmlns:p14="http://schemas.microsoft.com/office/powerpoint/2010/main" val="1619506628"/>
      </p:ext>
    </p:extLst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5A6B-1243-CEA6-357D-EC4D4AAFE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9223BCA5-380E-B330-BF3B-22924269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8350787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29EA0FD-50C4-2CD6-E0CC-18E52B8BC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150" y="1579715"/>
            <a:ext cx="6628265" cy="403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9B1E1-BC08-9849-CF7E-9303138DF513}"/>
              </a:ext>
            </a:extLst>
          </p:cNvPr>
          <p:cNvSpPr txBox="1"/>
          <p:nvPr/>
        </p:nvSpPr>
        <p:spPr>
          <a:xfrm>
            <a:off x="9728121" y="6359250"/>
            <a:ext cx="2095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Stein et al, ICAPS 2026</a:t>
            </a:r>
          </a:p>
        </p:txBody>
      </p:sp>
    </p:spTree>
    <p:extLst>
      <p:ext uri="{BB962C8B-B14F-4D97-AF65-F5344CB8AC3E}">
        <p14:creationId xmlns:p14="http://schemas.microsoft.com/office/powerpoint/2010/main" val="873382716"/>
      </p:ext>
    </p:extLst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1F94-DC21-7746-5228-B7ED4F21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3702A9C8-ED85-EBCB-3E20-D0BC6056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D28DD-4BA5-809F-F8CB-648237D98BA3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6840A-237D-7023-45BD-6148C3C5CA18}"/>
              </a:ext>
            </a:extLst>
          </p:cNvPr>
          <p:cNvSpPr txBox="1"/>
          <p:nvPr/>
        </p:nvSpPr>
        <p:spPr>
          <a:xfrm>
            <a:off x="417699" y="5651364"/>
            <a:ext cx="1164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effectLst/>
              </a:rPr>
              <a:t>Generate policy: </a:t>
            </a:r>
            <a:r>
              <a:rPr lang="en-US" sz="20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  <a:effectLst/>
              </a:rPr>
              <a:t>abstract tasks, infer signature, bind parameters, retrieve skills, synthesize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FA2716-75B5-DD91-D7CF-FFAFCAEA523B}"/>
              </a:ext>
            </a:extLst>
          </p:cNvPr>
          <p:cNvSpPr txBox="1"/>
          <p:nvPr/>
        </p:nvSpPr>
        <p:spPr>
          <a:xfrm>
            <a:off x="417699" y="5017799"/>
            <a:ext cx="11092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Three stages, each guarded by validation: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BB502D-6743-8F73-8D92-4E538E9C0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058400" cy="38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50090"/>
      </p:ext>
    </p:extLst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3F17-1EA6-E59A-F16F-47FD4610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42238D2B-63CC-6ED6-9E59-AA71020D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772E4-D19F-47EC-F3A5-3E2242C1FC73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4E07B-8328-3F21-BB45-5FA6540FBEAA}"/>
              </a:ext>
            </a:extLst>
          </p:cNvPr>
          <p:cNvSpPr txBox="1"/>
          <p:nvPr/>
        </p:nvSpPr>
        <p:spPr>
          <a:xfrm>
            <a:off x="417699" y="5017799"/>
            <a:ext cx="11092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Three stages, each guarded by validation: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581AA-E6D8-BF1D-68DD-F1DB11700FF4}"/>
              </a:ext>
            </a:extLst>
          </p:cNvPr>
          <p:cNvSpPr txBox="1"/>
          <p:nvPr/>
        </p:nvSpPr>
        <p:spPr>
          <a:xfrm>
            <a:off x="417699" y="5651364"/>
            <a:ext cx="1164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effectLst/>
              </a:rPr>
              <a:t>Learn Skills: decompose successful policies into reusable functions and revalidate updated policies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AB6A7-FDB7-54A6-9695-C73E0FD0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058400" cy="394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49302"/>
      </p:ext>
    </p:extLst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D444-D2A9-AE6D-46CF-56880459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27BE409-AA19-46BF-BBDE-AE182A92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0D8F5-CD87-7881-A281-669042895BAF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B4464B-F690-E697-F01D-8CBF03A4261A}"/>
              </a:ext>
            </a:extLst>
          </p:cNvPr>
          <p:cNvSpPr txBox="1"/>
          <p:nvPr/>
        </p:nvSpPr>
        <p:spPr>
          <a:xfrm>
            <a:off x="417699" y="5017799"/>
            <a:ext cx="11092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Three stages, each guarded by validation: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B96D9-E5D4-72C9-AF2B-D864901EA396}"/>
              </a:ext>
            </a:extLst>
          </p:cNvPr>
          <p:cNvSpPr txBox="1"/>
          <p:nvPr/>
        </p:nvSpPr>
        <p:spPr>
          <a:xfrm>
            <a:off x="417699" y="5651364"/>
            <a:ext cx="11643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effectLst/>
              </a:rPr>
              <a:t>Generalize Skills: cluster, deduplicate, abstract, and validate before adding to the repository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E323EE-91F8-DE7E-A9AA-7320114E1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058400" cy="39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51503"/>
      </p:ext>
    </p:extLst>
  </p:cSld>
  <p:clrMapOvr>
    <a:masterClrMapping/>
  </p:clrMapOvr>
  <p:transition spd="med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3BA5-FCAF-0163-0DC5-3363F20B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50484DD5-0E56-0606-EC4D-71655F89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5FAC4-0E1A-AE29-E0DB-117F35282CF7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79683-DF49-3541-61E1-FE971F132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7883"/>
            <a:ext cx="7772400" cy="5382234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4A0727ED-C0F7-0018-EDD8-95A2FC3E4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805445"/>
            <a:ext cx="1133061" cy="11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9C040D-46E9-8B85-63B6-6F7BAC0803BC}"/>
              </a:ext>
            </a:extLst>
          </p:cNvPr>
          <p:cNvSpPr txBox="1"/>
          <p:nvPr/>
        </p:nvSpPr>
        <p:spPr>
          <a:xfrm>
            <a:off x="10596221" y="1938506"/>
            <a:ext cx="136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effectLst/>
                <a:latin typeface="ui-sans-serif"/>
                <a:hlinkClick r:id="rId5"/>
              </a:rPr>
              <a:t>AppWorld</a:t>
            </a:r>
          </a:p>
        </p:txBody>
      </p:sp>
    </p:spTree>
    <p:extLst>
      <p:ext uri="{BB962C8B-B14F-4D97-AF65-F5344CB8AC3E}">
        <p14:creationId xmlns:p14="http://schemas.microsoft.com/office/powerpoint/2010/main" val="2484390995"/>
      </p:ext>
    </p:extLst>
  </p:cSld>
  <p:clrMapOvr>
    <a:masterClrMapping/>
  </p:clrMapOvr>
  <p:transition spd="med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82B4-F93F-26CE-8590-FA5ADA5F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2B7D2603-1EA5-FFC4-80FE-93F74E18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ADD16-4A62-4677-219F-B11110ABC7E9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2B7B8-C227-E2F6-A7C9-7561ECBE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7883"/>
            <a:ext cx="7772400" cy="538223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9BC2486-E7D5-B3D2-016D-216BDF084CB9}"/>
              </a:ext>
            </a:extLst>
          </p:cNvPr>
          <p:cNvSpPr/>
          <p:nvPr/>
        </p:nvSpPr>
        <p:spPr>
          <a:xfrm>
            <a:off x="2219739" y="3707296"/>
            <a:ext cx="7752522" cy="1003852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08478F3-BD7B-E11D-16D0-C1A72DE4B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805445"/>
            <a:ext cx="1133061" cy="11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AF69D-4FC6-C3CD-3182-D3C52DAFDAC2}"/>
              </a:ext>
            </a:extLst>
          </p:cNvPr>
          <p:cNvSpPr txBox="1"/>
          <p:nvPr/>
        </p:nvSpPr>
        <p:spPr>
          <a:xfrm>
            <a:off x="10596221" y="1938506"/>
            <a:ext cx="136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effectLst/>
                <a:latin typeface="ui-sans-serif"/>
                <a:hlinkClick r:id="rId5"/>
              </a:rPr>
              <a:t>AppWorld</a:t>
            </a:r>
          </a:p>
        </p:txBody>
      </p:sp>
    </p:spTree>
    <p:extLst>
      <p:ext uri="{BB962C8B-B14F-4D97-AF65-F5344CB8AC3E}">
        <p14:creationId xmlns:p14="http://schemas.microsoft.com/office/powerpoint/2010/main" val="277308245"/>
      </p:ext>
    </p:extLst>
  </p:cSld>
  <p:clrMapOvr>
    <a:masterClrMapping/>
  </p:clrMapOvr>
  <p:transition spd="med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A4AC-EB81-2E31-B0CE-2123F2F2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CCC8DE4-8187-2294-A610-C8A2817C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E347B-1E84-B57B-CBF2-2A075CF4FCB9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335CE-48EE-1E15-CDFD-9239D8B6C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7883"/>
            <a:ext cx="7772400" cy="538223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D10F51-F0F0-2BFC-BAA1-DF19E92CF218}"/>
              </a:ext>
            </a:extLst>
          </p:cNvPr>
          <p:cNvSpPr/>
          <p:nvPr/>
        </p:nvSpPr>
        <p:spPr>
          <a:xfrm>
            <a:off x="2219739" y="3707296"/>
            <a:ext cx="7752522" cy="1003852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33CBA6-5436-837A-2F0B-9DB71CCE29C7}"/>
              </a:ext>
            </a:extLst>
          </p:cNvPr>
          <p:cNvSpPr/>
          <p:nvPr/>
        </p:nvSpPr>
        <p:spPr>
          <a:xfrm>
            <a:off x="2219739" y="2081952"/>
            <a:ext cx="7752522" cy="1625344"/>
          </a:xfrm>
          <a:prstGeom prst="roundRect">
            <a:avLst>
              <a:gd name="adj" fmla="val 4065"/>
            </a:avLst>
          </a:prstGeom>
          <a:solidFill>
            <a:schemeClr val="accent4">
              <a:lumMod val="40000"/>
              <a:lumOff val="6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33AF9A5-9EDD-6C6B-1099-85F5C325E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805445"/>
            <a:ext cx="1133061" cy="11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D98AAF-B521-68B3-1A52-1B9A306EA922}"/>
              </a:ext>
            </a:extLst>
          </p:cNvPr>
          <p:cNvSpPr txBox="1"/>
          <p:nvPr/>
        </p:nvSpPr>
        <p:spPr>
          <a:xfrm>
            <a:off x="10596221" y="1938506"/>
            <a:ext cx="136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effectLst/>
                <a:latin typeface="ui-sans-serif"/>
                <a:hlinkClick r:id="rId5"/>
              </a:rPr>
              <a:t>AppWorld</a:t>
            </a:r>
          </a:p>
        </p:txBody>
      </p:sp>
    </p:spTree>
    <p:extLst>
      <p:ext uri="{BB962C8B-B14F-4D97-AF65-F5344CB8AC3E}">
        <p14:creationId xmlns:p14="http://schemas.microsoft.com/office/powerpoint/2010/main" val="1556382891"/>
      </p:ext>
    </p:extLst>
  </p:cSld>
  <p:clrMapOvr>
    <a:masterClrMapping/>
  </p:clrMapOvr>
  <p:transition spd="med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B9AC-0EE2-3310-54C7-27A92652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9A498289-2925-61DD-32B9-C049AD6DD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78820-AFE1-E7C2-54F2-DFA7DB4D792F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B309D-9F42-24EF-6F31-3B6ED637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7883"/>
            <a:ext cx="7772400" cy="538223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13BCD8-6C88-8445-9654-449A25A75D58}"/>
              </a:ext>
            </a:extLst>
          </p:cNvPr>
          <p:cNvSpPr/>
          <p:nvPr/>
        </p:nvSpPr>
        <p:spPr>
          <a:xfrm>
            <a:off x="2219739" y="3707296"/>
            <a:ext cx="7752522" cy="1003852"/>
          </a:xfrm>
          <a:prstGeom prst="roundRect">
            <a:avLst>
              <a:gd name="adj" fmla="val 4065"/>
            </a:avLst>
          </a:prstGeom>
          <a:solidFill>
            <a:schemeClr val="accent4">
              <a:lumMod val="20000"/>
              <a:lumOff val="8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EE46BF5-8E50-568D-FED0-FD2813AECFBF}"/>
              </a:ext>
            </a:extLst>
          </p:cNvPr>
          <p:cNvSpPr/>
          <p:nvPr/>
        </p:nvSpPr>
        <p:spPr>
          <a:xfrm>
            <a:off x="2219739" y="2081952"/>
            <a:ext cx="7752522" cy="1625344"/>
          </a:xfrm>
          <a:prstGeom prst="roundRect">
            <a:avLst>
              <a:gd name="adj" fmla="val 4065"/>
            </a:avLst>
          </a:prstGeom>
          <a:solidFill>
            <a:schemeClr val="accent4">
              <a:lumMod val="40000"/>
              <a:lumOff val="60000"/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4B3561-5B8F-0A6C-734C-B07915ED7046}"/>
              </a:ext>
            </a:extLst>
          </p:cNvPr>
          <p:cNvSpPr/>
          <p:nvPr/>
        </p:nvSpPr>
        <p:spPr>
          <a:xfrm>
            <a:off x="2219739" y="4711147"/>
            <a:ext cx="7752522" cy="1525059"/>
          </a:xfrm>
          <a:prstGeom prst="roundRect">
            <a:avLst>
              <a:gd name="adj" fmla="val 2329"/>
            </a:avLst>
          </a:prstGeom>
          <a:solidFill>
            <a:srgbClr val="00B05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A1EEB9-986E-E21E-4E72-473B23235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805445"/>
            <a:ext cx="1133061" cy="11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E584EA-ECB2-40B5-297D-8D0DB12EB857}"/>
              </a:ext>
            </a:extLst>
          </p:cNvPr>
          <p:cNvSpPr txBox="1"/>
          <p:nvPr/>
        </p:nvSpPr>
        <p:spPr>
          <a:xfrm>
            <a:off x="10596221" y="1938506"/>
            <a:ext cx="136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effectLst/>
                <a:latin typeface="ui-sans-serif"/>
                <a:hlinkClick r:id="rId5"/>
              </a:rPr>
              <a:t>AppWorld</a:t>
            </a:r>
          </a:p>
        </p:txBody>
      </p:sp>
    </p:spTree>
    <p:extLst>
      <p:ext uri="{BB962C8B-B14F-4D97-AF65-F5344CB8AC3E}">
        <p14:creationId xmlns:p14="http://schemas.microsoft.com/office/powerpoint/2010/main" val="3250103970"/>
      </p:ext>
    </p:extLst>
  </p:cSld>
  <p:clrMapOvr>
    <a:masterClrMapping/>
  </p:clrMapOvr>
  <p:transition spd="med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1776-2D69-8753-2986-05CB7AE34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61932FF5-F737-938C-DA4B-7DE761FA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42897-EE4C-CC48-173A-8F3C80896378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2180D-7148-0308-0568-88752D65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97280"/>
            <a:ext cx="8525776" cy="484632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9412063-8AE0-4563-F295-E3097800D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263" y="149019"/>
            <a:ext cx="645003" cy="64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477435"/>
      </p:ext>
    </p:extLst>
  </p:cSld>
  <p:clrMapOvr>
    <a:masterClrMapping/>
  </p:clrMapOvr>
  <p:transition spd="med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D2D9-E9C3-CE47-6FCB-2B6C42193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C3B1C7B1-B2E1-2DE4-45F2-95085C6E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CA3C3-ACF1-FD2D-FD9D-CB2D91A274FD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CD1B20-61C0-988C-0073-28ECC309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97280"/>
            <a:ext cx="8525776" cy="484632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085E82C-9C2E-4735-9666-473D24386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263" y="149019"/>
            <a:ext cx="645003" cy="64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972459"/>
      </p:ext>
    </p:extLst>
  </p:cSld>
  <p:clrMapOvr>
    <a:masterClrMapping/>
  </p:clrMapOvr>
  <p:transition spd="med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F326-0248-6476-855F-0FEFB16F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itle 1">
            <a:extLst>
              <a:ext uri="{FF2B5EF4-FFF2-40B4-BE49-F238E27FC236}">
                <a16:creationId xmlns:a16="http://schemas.microsoft.com/office/drawing/2014/main" id="{A267FC0C-0AEF-286C-FEE3-367E5689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946324" cy="523220"/>
          </a:xfrm>
        </p:spPr>
        <p:txBody>
          <a:bodyPr>
            <a:noAutofit/>
          </a:bodyPr>
          <a:lstStyle/>
          <a:p>
            <a:r>
              <a:rPr lang="en-US" sz="4400" dirty="0"/>
              <a:t>Generalized Policy Generation with Reuse: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D3AA8-623C-13EE-0BA8-F4450B5B7326}"/>
              </a:ext>
            </a:extLst>
          </p:cNvPr>
          <p:cNvSpPr txBox="1"/>
          <p:nvPr/>
        </p:nvSpPr>
        <p:spPr>
          <a:xfrm>
            <a:off x="8731524" y="6359250"/>
            <a:ext cx="372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Sohrabi et al, LM4Plan@ICAPS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B797EA-6FF4-B33A-D663-B4FE71E85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97280"/>
            <a:ext cx="8636502" cy="484632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71CE071-DBB1-82F9-1AF3-512CA1B92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263" y="149019"/>
            <a:ext cx="645003" cy="64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608096"/>
      </p:ext>
    </p:extLst>
  </p:cSld>
  <p:clrMapOvr>
    <a:masterClrMapping/>
  </p:clrMapOvr>
  <p:transition spd="med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04274B-2F63-5A86-AA71-FD679E18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155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223796</TotalTime>
  <Words>5402</Words>
  <Application>Microsoft Macintosh PowerPoint</Application>
  <PresentationFormat>Widescreen</PresentationFormat>
  <Paragraphs>1277</Paragraphs>
  <Slides>123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31" baseType="lpstr">
      <vt:lpstr>Aptos</vt:lpstr>
      <vt:lpstr>Arial</vt:lpstr>
      <vt:lpstr>Calibri</vt:lpstr>
      <vt:lpstr>Calibri Light</vt:lpstr>
      <vt:lpstr>IBM Plex Sans</vt:lpstr>
      <vt:lpstr>IBM Plex Sans Light</vt:lpstr>
      <vt:lpstr>ui-sans-serif</vt:lpstr>
      <vt:lpstr>Office Theme</vt:lpstr>
      <vt:lpstr>PowerPoint Presentation</vt:lpstr>
      <vt:lpstr>Planning problem</vt:lpstr>
      <vt:lpstr>Planning problem</vt:lpstr>
      <vt:lpstr>Planning problem</vt:lpstr>
      <vt:lpstr>Planning problem</vt:lpstr>
      <vt:lpstr>Planning problem</vt:lpstr>
      <vt:lpstr>PowerPoint Presentation</vt:lpstr>
      <vt:lpstr>Solving NL/PDDL planning problems</vt:lpstr>
      <vt:lpstr>Solving NL/PDDL planning problems</vt:lpstr>
      <vt:lpstr>Solving NL/PDDL planning problems</vt:lpstr>
      <vt:lpstr>Solving NL/PDDL planning problems</vt:lpstr>
      <vt:lpstr>LLM as a World Model</vt:lpstr>
      <vt:lpstr>LLM as a World Model</vt:lpstr>
      <vt:lpstr>LLM as a World Model</vt:lpstr>
      <vt:lpstr>LLM as a World Model</vt:lpstr>
      <vt:lpstr>LLM as a World Model</vt:lpstr>
      <vt:lpstr>LLM as a World Model</vt:lpstr>
      <vt:lpstr>LLM as a World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solvers for NL/PDDL planning problems</vt:lpstr>
      <vt:lpstr>World Models generation</vt:lpstr>
      <vt:lpstr>World Models generation</vt:lpstr>
      <vt:lpstr>World Models generation</vt:lpstr>
      <vt:lpstr>World Models generation</vt:lpstr>
      <vt:lpstr>Thought of Search (ToS)</vt:lpstr>
      <vt:lpstr>Thought of Search (ToS)</vt:lpstr>
      <vt:lpstr>Thought of Search (ToS)</vt:lpstr>
      <vt:lpstr>Thought of Search (ToS)</vt:lpstr>
      <vt:lpstr>Thought of Search (ToS)</vt:lpstr>
      <vt:lpstr>Thought of Search (ToS)</vt:lpstr>
      <vt:lpstr>Automating Thought of Search (AutoToS)</vt:lpstr>
      <vt:lpstr>PowerPoint Presentation</vt:lpstr>
      <vt:lpstr>How does it work?</vt:lpstr>
      <vt:lpstr>How does it work?</vt:lpstr>
      <vt:lpstr>How does it work?</vt:lpstr>
      <vt:lpstr>How does it work?</vt:lpstr>
      <vt:lpstr>How does it work?</vt:lpstr>
      <vt:lpstr>Is it much worse than a human feedback?</vt:lpstr>
      <vt:lpstr>Does it match the accuracy of ToS?</vt:lpstr>
      <vt:lpstr>Does it match the accuracy of ToS?</vt:lpstr>
      <vt:lpstr>Heuristics generation</vt:lpstr>
      <vt:lpstr>Heuristics generation</vt:lpstr>
      <vt:lpstr>Heuristics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PDDL Generation</vt:lpstr>
      <vt:lpstr>PDDL Generation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Generation: First Attempts </vt:lpstr>
      <vt:lpstr>PDDL Generation</vt:lpstr>
      <vt:lpstr>PDDL Generation</vt:lpstr>
      <vt:lpstr>PDDL Generation</vt:lpstr>
      <vt:lpstr>PDDL Generation: Tackling Semantic Correctness</vt:lpstr>
      <vt:lpstr>PDDL Generation: Tackling Semantic Correctness</vt:lpstr>
      <vt:lpstr>PDDL Generation: Tackling Semantic Correctness</vt:lpstr>
      <vt:lpstr>PDDL Generation: Tackling Semantic Correctness</vt:lpstr>
      <vt:lpstr>PDDL Generation: Tackling Semantic Correctness</vt:lpstr>
      <vt:lpstr>PDDL Generation: Measuring Semantic Correctness</vt:lpstr>
      <vt:lpstr>PDDL Generation: Measuring Semantic Correctness</vt:lpstr>
      <vt:lpstr>PDDL Generation: Measuring Semantic Correctness</vt:lpstr>
      <vt:lpstr>PDDL Generation: Measuring Semantic Correctness</vt:lpstr>
      <vt:lpstr>PDDL Generation: Measuring Semantic Correctness</vt:lpstr>
      <vt:lpstr>PDDL Generation: Measuring Semantic Correctness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PDDL Generation: Beyond Single Loop</vt:lpstr>
      <vt:lpstr>Generalized Policy Generation</vt:lpstr>
      <vt:lpstr>Generalized Policy Generation</vt:lpstr>
      <vt:lpstr>Generalized Policy Generation</vt:lpstr>
      <vt:lpstr>Generalized Policy Generation</vt:lpstr>
      <vt:lpstr>Generalized Policy Generation with Reuse</vt:lpstr>
      <vt:lpstr>Generalized Policy Generation with Reuse</vt:lpstr>
      <vt:lpstr>Generalized Policy Generation with Reuse</vt:lpstr>
      <vt:lpstr>Generalized Policy Generation with Reuse: Results</vt:lpstr>
      <vt:lpstr>Generalized Policy Generation with Reuse: Results</vt:lpstr>
      <vt:lpstr>Generalized Policy Generation with Reuse: Results</vt:lpstr>
      <vt:lpstr>Generalized Policy Generation with Reuse: Results</vt:lpstr>
      <vt:lpstr>Generalized Policy Generation with Reuse: Results</vt:lpstr>
      <vt:lpstr>Generalized Policy Generation with Reuse: Results</vt:lpstr>
      <vt:lpstr>Generalized Policy Generation with Reuse: Results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Katz</dc:creator>
  <cp:keywords/>
  <dc:description/>
  <cp:lastModifiedBy>Michael Katz</cp:lastModifiedBy>
  <cp:revision>626</cp:revision>
  <dcterms:created xsi:type="dcterms:W3CDTF">2024-01-29T19:17:17Z</dcterms:created>
  <dcterms:modified xsi:type="dcterms:W3CDTF">2026-06-18T19:28:49Z</dcterms:modified>
  <cp:category/>
</cp:coreProperties>
</file>
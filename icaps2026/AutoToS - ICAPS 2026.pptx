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1000" r:id="rId2"/>
    <p:sldId id="602" r:id="rId3"/>
    <p:sldId id="1036" r:id="rId4"/>
    <p:sldId id="1037" r:id="rId5"/>
    <p:sldId id="1051" r:id="rId6"/>
    <p:sldId id="1038" r:id="rId7"/>
    <p:sldId id="1050" r:id="rId8"/>
    <p:sldId id="1039" r:id="rId9"/>
    <p:sldId id="104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E7E6E6"/>
    <a:srgbClr val="C7D0D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13"/>
    <p:restoredTop sz="83836"/>
  </p:normalViewPr>
  <p:slideViewPr>
    <p:cSldViewPr snapToGrid="0">
      <p:cViewPr varScale="1">
        <p:scale>
          <a:sx n="105" d="100"/>
          <a:sy n="105" d="100"/>
        </p:scale>
        <p:origin x="13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9028-9AA5-EB4F-B8BE-7C57B92012C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DEBB-CCCC-8B46-A2A2-C1D34AD7B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0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B996-A0B1-EDFB-9453-A04417A0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19A78-89E7-A517-C5AE-B416EA335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6BEE4D-6D05-C2BB-2C2A-B8F7B47A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0080-A862-333A-4853-7E0353D7E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03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0356-7427-FE6E-241D-C6C79C97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1DD-20E2-BDEC-8490-B48BE16E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28CC0-1235-98BC-9C6A-939B80F3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1648-99FE-3D9D-A5DB-6F9F0EF8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67036-A19A-A61C-4BD3-A5D3FB9A4C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0235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01D1-1E52-BC9A-E87F-35408B7A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E684B-22B2-79B0-018F-82C09E467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1983-1DF0-6374-B5FA-D3EAC69D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D77A-52F2-F729-4597-5121E574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AD45-BD3A-E355-8BA9-348E2B3086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7428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2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2941-6824-7026-0DDA-984CBA44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3F45B-1E00-C954-90C1-D95776D6E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765CB-E6FF-15F3-D334-41081710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61FF7-3564-2487-C4CE-8973F4F4C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DB585-5F0D-798F-3326-6862053929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33325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B161-1A56-C01F-1FDC-071744BC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473B-CA09-D268-EF75-1BFC55FB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1863-6F31-5AF7-4CDF-7EA0C451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482A-CF66-6251-9936-72AD92162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EEB4-E824-F4C5-47B0-AD1FC2BF4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8196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2F82-58D9-0607-A1C6-90AD9609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1BE0-DC32-423E-B13F-B3EF36A51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A1CFE-5F01-1088-96DE-7EC200F8C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ADE0-C686-A300-6B94-AEC339ADD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4056-545E-52A8-1EB2-7F47112A4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0230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1FCF-0CE9-6D3B-16EB-A5119E09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3427-FF72-1EBD-4A0A-CC34B0117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4471-D4C0-0E5D-DBA6-97A3C76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FF74-043B-05F9-EC58-4238B4C2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C816-71A6-15B6-B3BA-D762532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979-2C0B-87AB-1A9C-FE395D01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05FC-E951-C9E6-4FAD-80067A7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6035-4C6C-6228-45E6-36A0BC9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859F-A026-A827-B01E-FC636C1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8C3C-3662-309D-D21B-6BE2F016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62A0-3F05-BEC5-A2A6-89FA01F0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50F4-193F-8A54-409D-15459CE6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CC7-5D28-A20C-CF0F-E2E69EE2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7C5C-2A8F-5B86-FC6A-930F6A23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54D9-29BA-621B-7756-F3261C6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919-BA08-5C40-6857-2B7484F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77B7-433E-AE53-E67C-2CDCC2598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3A7E7-CAD6-CAAB-82F1-8C13C5A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764-9003-6D58-B97F-14B718D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8F01-8DE6-76CF-17CB-AADC255F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2F18-9C5E-C800-FEAD-5CF69FBD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A7CB-0349-5E21-B85F-E5F2C4A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3DFB-4BBE-F6EF-3B21-A17611F9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09CBB-EA58-36BE-A447-E7B00D17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3C917-22C4-F7AD-780D-C718115BF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C1B3-5F3B-000B-6EC1-FFC031C42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392D9-072C-0FE1-3967-D3ACC05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93EA-75DB-148F-2F62-140A331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945BA-29E7-CAE0-6162-67C2063C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2CE8-28A3-8D99-1DF3-864BF87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25EBE-2EC2-0202-B026-B7EB58D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A54C-DB6E-F68B-D24D-E2262EB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E15E-EB98-1910-68D0-27D183D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38809-CBDD-5D94-47DB-A4A9EBB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50C0-5D71-2213-F4F6-BB698FB0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95-4215-99E5-56EE-DF98029A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5C52-18FB-9FC0-5D47-81B90B0F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C7-641A-B751-C6DF-21CE1570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BA57-5AB1-37A9-AE57-FAECF47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CEE9-5602-B278-776E-1DCFC6F3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2C6-4180-0BE1-396C-A5F64A33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20D6-4F86-0BAD-B1FC-CCD3E08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6D5-DABF-3943-17F6-43DD95E1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8A7E7-D050-DA63-8E49-D18EFE762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5AFB-A5B4-3DB3-56F1-0E60630F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C99D2-2131-1407-FDCD-99AA5A29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5233-375B-5080-E42E-938A7BF4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AF54-D19E-31E5-E1D7-BC8BD05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5E70-2E59-7152-AAA7-123A13D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B018-BA8F-0207-B623-16C2A2E6E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7BDD-9C87-4D36-AC94-8C8F0FFB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2B19-8BC8-01D1-F6A5-CC03C46B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624-53C0-7C7C-BF1F-039A0D86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4E9AF-07E4-B53E-289B-714B3F8C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5DBB-BDF7-BB37-695A-B0F46D51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FF1F-EF7D-19DD-84E8-C5C7E2B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1352-43B3-367F-05DC-41BD6F7C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2C3D-5DC9-8690-62AE-F32289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127" y="1985921"/>
            <a:ext cx="9455003" cy="3054431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5F80-7516-72B5-7496-23B3E14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9724-21E5-03B7-BE29-8713E569F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7784-EA72-E42A-D7A5-3B361F34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0E33-DD58-4472-A9AD-89E2B8174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21A2-CF4E-A518-78AC-20DB4E7E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41000" r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9CCF2-5AD5-F193-336E-D1E01025238A}"/>
              </a:ext>
            </a:extLst>
          </p:cNvPr>
          <p:cNvSpPr/>
          <p:nvPr/>
        </p:nvSpPr>
        <p:spPr>
          <a:xfrm>
            <a:off x="420015" y="326707"/>
            <a:ext cx="1164267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Automating Thought of Search: </a:t>
            </a:r>
          </a:p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 Journey Towards Soundness and Completeness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6621-9DD6-36BC-8DB2-21C46D1E3AAD}"/>
              </a:ext>
            </a:extLst>
          </p:cNvPr>
          <p:cNvSpPr txBox="1"/>
          <p:nvPr/>
        </p:nvSpPr>
        <p:spPr>
          <a:xfrm>
            <a:off x="156786" y="2581071"/>
            <a:ext cx="12169132" cy="84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Daniel Cao*                     </a:t>
            </a:r>
            <a:r>
              <a:rPr lang="en-US" sz="2000" u="sng" dirty="0"/>
              <a:t>Michael Katz </a:t>
            </a:r>
            <a:r>
              <a:rPr lang="en-US" sz="2000" dirty="0"/>
              <a:t>                    Harsha Kokel                     Kavitha Srinivas                    Shirin Sohrabi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Cornell University                                                                        IBM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88660-97F7-C365-71DD-B37FFA477EFC}"/>
              </a:ext>
            </a:extLst>
          </p:cNvPr>
          <p:cNvSpPr txBox="1"/>
          <p:nvPr/>
        </p:nvSpPr>
        <p:spPr>
          <a:xfrm>
            <a:off x="5164491" y="1890811"/>
            <a:ext cx="1863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ICAPS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3E64C-4A1C-CF52-6F47-5CE2D47812E0}"/>
              </a:ext>
            </a:extLst>
          </p:cNvPr>
          <p:cNvSpPr txBox="1"/>
          <p:nvPr/>
        </p:nvSpPr>
        <p:spPr>
          <a:xfrm>
            <a:off x="156358" y="4065998"/>
            <a:ext cx="616305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*Work performed while at IBM</a:t>
            </a:r>
          </a:p>
        </p:txBody>
      </p:sp>
    </p:spTree>
    <p:extLst>
      <p:ext uri="{BB962C8B-B14F-4D97-AF65-F5344CB8AC3E}">
        <p14:creationId xmlns:p14="http://schemas.microsoft.com/office/powerpoint/2010/main" val="183456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885BD-FDEC-279F-2434-F2D14C7C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7D004-13A9-8B2D-B823-F7B70FA3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9906B6-D159-790C-E0DB-6E0D66D3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56124A6-4B73-AA77-8ABC-CCC8D668F426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1A6EA1-A73B-E0B4-DB98-A8CDEFB5CC7B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8B6350-54B2-748F-1C49-26918A85CF63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6DABF2-BEE5-707E-7FA4-7E8E241FD606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9BB7C3-56ED-0E71-7E7C-ADFFD7CF8E7E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195B83-8B1E-4185-F47D-E3F5013443FC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805EA3-78C5-66FC-D580-3B1B3F3E921A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AC08D6C-E42A-CDA3-E661-5272A61C2F6F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5E8180-5A19-7745-5A02-28164493B974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DF5219-876D-CDAC-FE10-0944EB16EF96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B2EDFF7-55D9-6082-1846-1EE3729DDF0E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C6326F-5A9E-8CF4-5EF7-A375D15A6754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6D332E15-59C3-3039-88A6-ED629E76BAF8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07EA76D-87F8-4A23-F08C-13E9A0082C54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DC678112-87DD-D90E-6D10-D473296B1AC3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D2A97D7-650A-7C6F-EF7D-FE152D24B675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1D89D30B-B9F4-E2A3-E600-323E82DAB015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C1643C-4E7A-1826-4122-A4167A61B323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8D12859-BC9D-24CD-13D9-A60E24CC4780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630D3E9B-91AA-A23B-C43D-18D47003EFDC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AC6E28F8-C20A-4B16-3E8B-87FCBA1C074D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>
            <a:extLst>
              <a:ext uri="{FF2B5EF4-FFF2-40B4-BE49-F238E27FC236}">
                <a16:creationId xmlns:a16="http://schemas.microsoft.com/office/drawing/2014/main" id="{A0FF4405-15E7-8BB3-4A7F-D64BAE43B199}"/>
              </a:ext>
            </a:extLst>
          </p:cNvPr>
          <p:cNvSpPr/>
          <p:nvPr/>
        </p:nvSpPr>
        <p:spPr>
          <a:xfrm rot="5400000">
            <a:off x="9747840" y="2229027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5FCA291C-90F9-4569-151D-EE93221C0AF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12332" y="2676747"/>
            <a:ext cx="3229301" cy="2108727"/>
          </a:xfrm>
          <a:prstGeom prst="curvedConnector2">
            <a:avLst/>
          </a:prstGeom>
          <a:ln w="1682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9E0053E-FF51-6A30-B3FE-7CF9EBC3B017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05958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20" grpId="0" animBg="1"/>
      <p:bldP spid="65" grpId="0" animBg="1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5412-5D2C-1C4B-10A9-CBFD0D43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90539A2-58CC-3E0B-35A2-30D1AEECB0A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784B0F7-CE7E-508F-EDC2-96346A2E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442060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Solving NL/PDDL Planning Problems</a:t>
            </a:r>
            <a:r>
              <a:rPr lang="ru-RU" sz="4400" dirty="0"/>
              <a:t>: </a:t>
            </a:r>
            <a:r>
              <a:rPr lang="en-US" sz="4400" dirty="0" err="1"/>
              <a:t>ToS</a:t>
            </a:r>
            <a:endParaRPr lang="en-US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DAEEE-BC19-D8B6-F189-15AA7EE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B93E639-15B8-88ED-74B3-CA2F1FB7E2C9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C1441E7-BBEA-5F98-1C6F-AB0746060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039C51-4813-6F4F-56E9-E5A0C37CAFD2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FB9B5D8-9739-D039-24B1-6FC9B7ADE326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0190F-8FE7-70B6-71A7-D8166F394188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B740B-0226-3E49-6390-7F73DBD6F786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D4AA23-1451-6C29-2283-5EBDC86CDB8A}"/>
              </a:ext>
            </a:extLst>
          </p:cNvPr>
          <p:cNvSpPr txBox="1"/>
          <p:nvPr/>
        </p:nvSpPr>
        <p:spPr>
          <a:xfrm>
            <a:off x="4399548" y="6263066"/>
            <a:ext cx="498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Limitation: need human in the loop!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06862-3C90-3D17-B071-520879479D4A}"/>
              </a:ext>
            </a:extLst>
          </p:cNvPr>
          <p:cNvSpPr txBox="1"/>
          <p:nvPr/>
        </p:nvSpPr>
        <p:spPr>
          <a:xfrm>
            <a:off x="9448799" y="6445577"/>
            <a:ext cx="258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8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989062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FE14-73A3-719E-CF45-3E7141F6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AA71222-9EAE-6A3A-F88D-140FA5C19EB2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23C6A89-9E61-4C29-DC37-F4549EDB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Solving NL/PDDL Planning Problems: </a:t>
            </a:r>
            <a:r>
              <a:rPr lang="en-US" sz="4400" dirty="0" err="1"/>
              <a:t>AutoToS</a:t>
            </a:r>
            <a:endParaRPr lang="en-US" sz="4400" dirty="0"/>
          </a:p>
        </p:txBody>
      </p:sp>
      <p:pic>
        <p:nvPicPr>
          <p:cNvPr id="2" name="Picture 1" descr="A robot thinking about a problem&#10;&#10;AI-generated content may be incorrect.">
            <a:extLst>
              <a:ext uri="{FF2B5EF4-FFF2-40B4-BE49-F238E27FC236}">
                <a16:creationId xmlns:a16="http://schemas.microsoft.com/office/drawing/2014/main" id="{457DB2B3-5031-8207-3392-8EC6F70C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1" y="828971"/>
            <a:ext cx="4447826" cy="422659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B43C4B-CAD6-AFD4-5357-813FA59E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49" y="2851768"/>
            <a:ext cx="4828856" cy="102957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C9F0FB60-FD61-019E-B22F-A1225A3A8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146" y="4679996"/>
            <a:ext cx="5244831" cy="10458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4D4BA-C94B-E82B-F56F-97D2FDCCD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760" y="1940651"/>
            <a:ext cx="4997349" cy="939800"/>
          </a:xfrm>
          <a:prstGeom prst="rect">
            <a:avLst/>
          </a:prstGeom>
        </p:spPr>
      </p:pic>
      <p:pic>
        <p:nvPicPr>
          <p:cNvPr id="8" name="Picture 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00A7F8FF-4DA0-FBE6-B51F-A07B2ECD00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72" y="5309045"/>
            <a:ext cx="5016595" cy="1332767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17E09179-91A3-13DA-16FF-739343B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7802" y="5840144"/>
            <a:ext cx="4785193" cy="863600"/>
          </a:xfrm>
          <a:prstGeom prst="rect">
            <a:avLst/>
          </a:prstGeom>
        </p:spPr>
      </p:pic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6F21205A-753E-5843-448F-88B9C98DF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2895" y="948130"/>
            <a:ext cx="4770197" cy="9398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59849D-9B83-7498-D718-EB9B0DA25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817" y="3833218"/>
            <a:ext cx="4991870" cy="1099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120FA-E1E6-67FE-260A-B1D3E050C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9557" y="828971"/>
            <a:ext cx="3682494" cy="47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78710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77376B-3505-5ABB-3196-DA38B825748B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463491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/>
              <a:t>AutoToS</a:t>
            </a:r>
            <a:r>
              <a:rPr lang="en-US" sz="4400" dirty="0"/>
              <a:t>: 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8AEE49-D26E-1811-05E7-411BC6F7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60" y="640907"/>
            <a:ext cx="9271591" cy="61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2708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B802-912F-DA11-730B-A56228123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B899AB9-C5F4-3792-D13E-C857E0379F29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E7FCDC0-2D6C-1189-0A0D-7BC4EF7F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561BF8-6B4E-D6EF-0125-FA5439C3D31D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F1DB8B-5F6F-9E86-DAF1-F63A3F51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2B8B4F-6D56-18D1-D1DB-B7F5D9F1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3732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9E4ADC-8D06-EA28-35F1-9E888DE5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2478"/>
          <a:stretch>
            <a:fillRect/>
          </a:stretch>
        </p:blipFill>
        <p:spPr>
          <a:xfrm>
            <a:off x="424069" y="3379303"/>
            <a:ext cx="4731027" cy="3303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EBF4F-38AB-B4B1-2560-3EA06104F6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61046" b="1"/>
          <a:stretch>
            <a:fillRect/>
          </a:stretch>
        </p:blipFill>
        <p:spPr>
          <a:xfrm>
            <a:off x="5048099" y="4480409"/>
            <a:ext cx="6362450" cy="2201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2608FC-B2B8-8601-C92A-60FBC509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48099" y="1585700"/>
            <a:ext cx="6362450" cy="28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627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CC9-A8EF-039B-65C9-1EBC7795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7188AC7-9121-498E-700C-8374AB1441B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BF16A74B-CF46-A7A3-F9D5-4835E0DB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Is it much worse than a human feedback?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838F8-A73B-7033-EEBD-C9EFF7597783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AA6C5-5951-F1EA-1810-48CE0540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42" y="2285999"/>
            <a:ext cx="10324315" cy="30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0970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B8E8-4043-0CD8-08B7-DA7F68BE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D2FA740-3680-4BCA-A102-A3B4E56F307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A1BA2E5-2829-87E0-8C52-5FFC7597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B4FE6-CCA9-754A-2E6E-5D6C18FF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74" y="818146"/>
            <a:ext cx="5307202" cy="6089141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66845C1-CEF7-88F5-85CB-6BC30200B6F7}"/>
              </a:ext>
            </a:extLst>
          </p:cNvPr>
          <p:cNvGrpSpPr/>
          <p:nvPr/>
        </p:nvGrpSpPr>
        <p:grpSpPr>
          <a:xfrm>
            <a:off x="1989222" y="2221827"/>
            <a:ext cx="8213558" cy="3200400"/>
            <a:chOff x="5366602" y="1580147"/>
            <a:chExt cx="6536640" cy="20132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996906B-8FEF-EE9F-94B2-2B1F4502B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6602" y="1580147"/>
              <a:ext cx="6536640" cy="201328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705CE8-431B-3588-2DC3-601D5676C7B7}"/>
                </a:ext>
              </a:extLst>
            </p:cNvPr>
            <p:cNvSpPr/>
            <p:nvPr/>
          </p:nvSpPr>
          <p:spPr>
            <a:xfrm>
              <a:off x="9554131" y="2970973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13FDDE-DD82-9F06-519C-634C90F4BF63}"/>
                </a:ext>
              </a:extLst>
            </p:cNvPr>
            <p:cNvSpPr/>
            <p:nvPr/>
          </p:nvSpPr>
          <p:spPr>
            <a:xfrm>
              <a:off x="7262639" y="2467238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190220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4274B-2F63-5A86-AA71-FD679E18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55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223728</TotalTime>
  <Words>238</Words>
  <Application>Microsoft Macintosh PowerPoint</Application>
  <PresentationFormat>Widescreen</PresentationFormat>
  <Paragraphs>48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IBM Plex Sans</vt:lpstr>
      <vt:lpstr>Office Theme</vt:lpstr>
      <vt:lpstr>PowerPoint Presentation</vt:lpstr>
      <vt:lpstr>Planning problem</vt:lpstr>
      <vt:lpstr>Background: Solving NL/PDDL Planning Problems: ToS</vt:lpstr>
      <vt:lpstr>Solving NL/PDDL Planning Problems: AutoToS</vt:lpstr>
      <vt:lpstr>PowerPoint Presentation</vt:lpstr>
      <vt:lpstr>How does it work?</vt:lpstr>
      <vt:lpstr>Is it much worse than a human feedback?</vt:lpstr>
      <vt:lpstr>Does it match the accuracy of ToS?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Katz</dc:creator>
  <cp:keywords/>
  <dc:description/>
  <cp:lastModifiedBy>Michael Katz</cp:lastModifiedBy>
  <cp:revision>568</cp:revision>
  <dcterms:created xsi:type="dcterms:W3CDTF">2024-01-29T19:17:17Z</dcterms:created>
  <dcterms:modified xsi:type="dcterms:W3CDTF">2026-06-18T20:56:51Z</dcterms:modified>
  <cp:category/>
</cp:coreProperties>
</file>